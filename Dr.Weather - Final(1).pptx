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92" r:id="rId1"/>
  </p:sldMasterIdLst>
  <p:sldIdLst>
    <p:sldId id="256" r:id="rId2"/>
    <p:sldId id="257" r:id="rId3"/>
    <p:sldId id="268" r:id="rId4"/>
    <p:sldId id="260" r:id="rId5"/>
    <p:sldId id="269" r:id="rId6"/>
    <p:sldId id="258" r:id="rId7"/>
    <p:sldId id="264" r:id="rId8"/>
    <p:sldId id="265" r:id="rId9"/>
    <p:sldId id="271" r:id="rId10"/>
    <p:sldId id="286" r:id="rId11"/>
    <p:sldId id="273" r:id="rId12"/>
    <p:sldId id="272" r:id="rId13"/>
    <p:sldId id="266" r:id="rId14"/>
    <p:sldId id="267" r:id="rId15"/>
    <p:sldId id="276" r:id="rId16"/>
    <p:sldId id="288" r:id="rId17"/>
    <p:sldId id="287" r:id="rId18"/>
    <p:sldId id="278" r:id="rId19"/>
    <p:sldId id="279" r:id="rId20"/>
    <p:sldId id="280" r:id="rId21"/>
    <p:sldId id="281" r:id="rId22"/>
    <p:sldId id="282" r:id="rId23"/>
    <p:sldId id="283" r:id="rId24"/>
    <p:sldId id="285" r:id="rId25"/>
    <p:sldId id="284" r:id="rId26"/>
    <p:sldId id="290" r:id="rId27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muel" initials="S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07C339-382D-2A8A-C91F-EFB87914DD20}" v="132" dt="2025-05-08T15:43:39.868"/>
    <p1510:client id="{3122B807-76B3-069C-7FC8-CDF18A71BAB2}" v="186" dt="2025-05-08T16:05:22.521"/>
    <p1510:client id="{B4F31BB9-041F-7C25-A417-71AC59D1A67E}" v="108" dt="2025-05-08T15:15:11.432"/>
    <p1510:client id="{D0203DC2-188F-6A0D-89AD-B23ABBA2F60E}" v="140" dt="2025-05-08T09:17:28.516"/>
    <p1510:client id="{DF0DA661-0391-125A-C208-422ED34BD37C}" v="75" dt="2025-05-08T09:29:52.510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Sunilkumar_ITC" userId="18258ebefdda1444" providerId="Windows Live" clId="Web-{1607C339-382D-2A8A-C91F-EFB87914DD20}"/>
    <pc:docChg chg="addSld delSld modSld addMainMaster delMainMaster">
      <pc:chgData name="Samuel Sunilkumar_ITC" userId="18258ebefdda1444" providerId="Windows Live" clId="Web-{1607C339-382D-2A8A-C91F-EFB87914DD20}" dt="2025-05-08T15:43:39.868" v="149" actId="20577"/>
      <pc:docMkLst>
        <pc:docMk/>
      </pc:docMkLst>
      <pc:sldChg chg="addSp delSp modSp mod setBg modClrScheme chgLayout">
        <pc:chgData name="Samuel Sunilkumar_ITC" userId="18258ebefdda1444" providerId="Windows Live" clId="Web-{1607C339-382D-2A8A-C91F-EFB87914DD20}" dt="2025-05-08T15:31:24.062" v="16" actId="14100"/>
        <pc:sldMkLst>
          <pc:docMk/>
          <pc:sldMk cId="0" sldId="256"/>
        </pc:sldMkLst>
        <pc:spChg chg="mod ord">
          <ac:chgData name="Samuel Sunilkumar_ITC" userId="18258ebefdda1444" providerId="Windows Live" clId="Web-{1607C339-382D-2A8A-C91F-EFB87914DD20}" dt="2025-05-08T15:31:14.156" v="14" actId="1076"/>
          <ac:spMkLst>
            <pc:docMk/>
            <pc:sldMk cId="0" sldId="256"/>
            <ac:spMk id="58" creationId="{00000000-0000-0000-0000-000000000000}"/>
          </ac:spMkLst>
        </pc:spChg>
        <pc:spChg chg="mod">
          <ac:chgData name="Samuel Sunilkumar_ITC" userId="18258ebefdda1444" providerId="Windows Live" clId="Web-{1607C339-382D-2A8A-C91F-EFB87914DD20}" dt="2025-05-08T15:31:24.062" v="16" actId="14100"/>
          <ac:spMkLst>
            <pc:docMk/>
            <pc:sldMk cId="0" sldId="256"/>
            <ac:spMk id="59" creationId="{00000000-0000-0000-0000-000000000000}"/>
          </ac:spMkLst>
        </pc:spChg>
        <pc:spChg chg="add del">
          <ac:chgData name="Samuel Sunilkumar_ITC" userId="18258ebefdda1444" providerId="Windows Live" clId="Web-{1607C339-382D-2A8A-C91F-EFB87914DD20}" dt="2025-05-08T15:30:02.028" v="3"/>
          <ac:spMkLst>
            <pc:docMk/>
            <pc:sldMk cId="0" sldId="256"/>
            <ac:spMk id="64" creationId="{8FC9BE17-9A7B-462D-AE50-3D8777387304}"/>
          </ac:spMkLst>
        </pc:spChg>
        <pc:spChg chg="add del">
          <ac:chgData name="Samuel Sunilkumar_ITC" userId="18258ebefdda1444" providerId="Windows Live" clId="Web-{1607C339-382D-2A8A-C91F-EFB87914DD20}" dt="2025-05-08T15:30:02.028" v="3"/>
          <ac:spMkLst>
            <pc:docMk/>
            <pc:sldMk cId="0" sldId="256"/>
            <ac:spMk id="66" creationId="{3EBE8569-6AEC-4B8C-8D53-2DE337CDBA65}"/>
          </ac:spMkLst>
        </pc:spChg>
        <pc:spChg chg="add del">
          <ac:chgData name="Samuel Sunilkumar_ITC" userId="18258ebefdda1444" providerId="Windows Live" clId="Web-{1607C339-382D-2A8A-C91F-EFB87914DD20}" dt="2025-05-08T15:30:02.028" v="3"/>
          <ac:spMkLst>
            <pc:docMk/>
            <pc:sldMk cId="0" sldId="256"/>
            <ac:spMk id="68" creationId="{55D4142C-5077-457F-A6AD-3FECFDB39685}"/>
          </ac:spMkLst>
        </pc:spChg>
        <pc:spChg chg="add del">
          <ac:chgData name="Samuel Sunilkumar_ITC" userId="18258ebefdda1444" providerId="Windows Live" clId="Web-{1607C339-382D-2A8A-C91F-EFB87914DD20}" dt="2025-05-08T15:30:02.028" v="3"/>
          <ac:spMkLst>
            <pc:docMk/>
            <pc:sldMk cId="0" sldId="256"/>
            <ac:spMk id="70" creationId="{7A5F0580-5EE9-419F-96EE-B6529EF6E7D0}"/>
          </ac:spMkLst>
        </pc:spChg>
        <pc:spChg chg="add del">
          <ac:chgData name="Samuel Sunilkumar_ITC" userId="18258ebefdda1444" providerId="Windows Live" clId="Web-{1607C339-382D-2A8A-C91F-EFB87914DD20}" dt="2025-05-08T15:30:15.419" v="5"/>
          <ac:spMkLst>
            <pc:docMk/>
            <pc:sldMk cId="0" sldId="256"/>
            <ac:spMk id="72" creationId="{04812C46-200A-4DEB-A05E-3ED6C68C2387}"/>
          </ac:spMkLst>
        </pc:spChg>
        <pc:spChg chg="add del">
          <ac:chgData name="Samuel Sunilkumar_ITC" userId="18258ebefdda1444" providerId="Windows Live" clId="Web-{1607C339-382D-2A8A-C91F-EFB87914DD20}" dt="2025-05-08T15:30:15.419" v="5"/>
          <ac:spMkLst>
            <pc:docMk/>
            <pc:sldMk cId="0" sldId="256"/>
            <ac:spMk id="73" creationId="{D1EA859B-E555-4109-94F3-6700E046E008}"/>
          </ac:spMkLst>
        </pc:spChg>
        <pc:spChg chg="add del">
          <ac:chgData name="Samuel Sunilkumar_ITC" userId="18258ebefdda1444" providerId="Windows Live" clId="Web-{1607C339-382D-2A8A-C91F-EFB87914DD20}" dt="2025-05-08T15:30:36.420" v="7"/>
          <ac:spMkLst>
            <pc:docMk/>
            <pc:sldMk cId="0" sldId="256"/>
            <ac:spMk id="75" creationId="{94E4D846-3AFC-4F86-8C35-24B0542A269D}"/>
          </ac:spMkLst>
        </pc:spChg>
        <pc:spChg chg="add del">
          <ac:chgData name="Samuel Sunilkumar_ITC" userId="18258ebefdda1444" providerId="Windows Live" clId="Web-{1607C339-382D-2A8A-C91F-EFB87914DD20}" dt="2025-05-08T15:30:36.420" v="7"/>
          <ac:spMkLst>
            <pc:docMk/>
            <pc:sldMk cId="0" sldId="256"/>
            <ac:spMk id="76" creationId="{284781B9-12CB-45C3-907A-9ED93FF72C65}"/>
          </ac:spMkLst>
        </pc:spChg>
        <pc:spChg chg="add del">
          <ac:chgData name="Samuel Sunilkumar_ITC" userId="18258ebefdda1444" providerId="Windows Live" clId="Web-{1607C339-382D-2A8A-C91F-EFB87914DD20}" dt="2025-05-08T15:30:36.420" v="7"/>
          <ac:spMkLst>
            <pc:docMk/>
            <pc:sldMk cId="0" sldId="256"/>
            <ac:spMk id="77" creationId="{55D4142C-5077-457F-A6AD-3FECFDB39685}"/>
          </ac:spMkLst>
        </pc:spChg>
        <pc:spChg chg="add del">
          <ac:chgData name="Samuel Sunilkumar_ITC" userId="18258ebefdda1444" providerId="Windows Live" clId="Web-{1607C339-382D-2A8A-C91F-EFB87914DD20}" dt="2025-05-08T15:30:36.420" v="7"/>
          <ac:spMkLst>
            <pc:docMk/>
            <pc:sldMk cId="0" sldId="256"/>
            <ac:spMk id="78" creationId="{7A5F0580-5EE9-419F-96EE-B6529EF6E7D0}"/>
          </ac:spMkLst>
        </pc:spChg>
        <pc:spChg chg="add del">
          <ac:chgData name="Samuel Sunilkumar_ITC" userId="18258ebefdda1444" providerId="Windows Live" clId="Web-{1607C339-382D-2A8A-C91F-EFB87914DD20}" dt="2025-05-08T15:30:59.624" v="9"/>
          <ac:spMkLst>
            <pc:docMk/>
            <pc:sldMk cId="0" sldId="256"/>
            <ac:spMk id="80" creationId="{327D73B4-9F5C-4A64-A179-51B9500CB8B5}"/>
          </ac:spMkLst>
        </pc:spChg>
        <pc:spChg chg="add del">
          <ac:chgData name="Samuel Sunilkumar_ITC" userId="18258ebefdda1444" providerId="Windows Live" clId="Web-{1607C339-382D-2A8A-C91F-EFB87914DD20}" dt="2025-05-08T15:30:59.624" v="9"/>
          <ac:spMkLst>
            <pc:docMk/>
            <pc:sldMk cId="0" sldId="256"/>
            <ac:spMk id="81" creationId="{C1F06963-6374-4B48-844F-071A9BAAAE02}"/>
          </ac:spMkLst>
        </pc:spChg>
        <pc:spChg chg="add del">
          <ac:chgData name="Samuel Sunilkumar_ITC" userId="18258ebefdda1444" providerId="Windows Live" clId="Web-{1607C339-382D-2A8A-C91F-EFB87914DD20}" dt="2025-05-08T15:30:59.624" v="9"/>
          <ac:spMkLst>
            <pc:docMk/>
            <pc:sldMk cId="0" sldId="256"/>
            <ac:spMk id="82" creationId="{6CB927A4-E432-4310-9CD5-E89FF5063179}"/>
          </ac:spMkLst>
        </pc:spChg>
        <pc:spChg chg="add del">
          <ac:chgData name="Samuel Sunilkumar_ITC" userId="18258ebefdda1444" providerId="Windows Live" clId="Web-{1607C339-382D-2A8A-C91F-EFB87914DD20}" dt="2025-05-08T15:30:59.624" v="9"/>
          <ac:spMkLst>
            <pc:docMk/>
            <pc:sldMk cId="0" sldId="256"/>
            <ac:spMk id="83" creationId="{1453BF6C-B012-48B7-B4E8-6D7AC7C27D02}"/>
          </ac:spMkLst>
        </pc:spChg>
        <pc:spChg chg="add del">
          <ac:chgData name="Samuel Sunilkumar_ITC" userId="18258ebefdda1444" providerId="Windows Live" clId="Web-{1607C339-382D-2A8A-C91F-EFB87914DD20}" dt="2025-05-08T15:30:59.624" v="9"/>
          <ac:spMkLst>
            <pc:docMk/>
            <pc:sldMk cId="0" sldId="256"/>
            <ac:spMk id="84" creationId="{E3020543-B24B-4EC4-8FFC-8DD88EEA91A8}"/>
          </ac:spMkLst>
        </pc:spChg>
        <pc:spChg chg="add">
          <ac:chgData name="Samuel Sunilkumar_ITC" userId="18258ebefdda1444" providerId="Windows Live" clId="Web-{1607C339-382D-2A8A-C91F-EFB87914DD20}" dt="2025-05-08T15:30:59.639" v="10"/>
          <ac:spMkLst>
            <pc:docMk/>
            <pc:sldMk cId="0" sldId="256"/>
            <ac:spMk id="86" creationId="{362D44EE-C852-4460-B8B5-C4F2BC20510C}"/>
          </ac:spMkLst>
        </pc:spChg>
        <pc:spChg chg="add">
          <ac:chgData name="Samuel Sunilkumar_ITC" userId="18258ebefdda1444" providerId="Windows Live" clId="Web-{1607C339-382D-2A8A-C91F-EFB87914DD20}" dt="2025-05-08T15:30:59.639" v="10"/>
          <ac:spMkLst>
            <pc:docMk/>
            <pc:sldMk cId="0" sldId="256"/>
            <ac:spMk id="87" creationId="{658970D8-8D1D-4B5C-894B-E871CC86543D}"/>
          </ac:spMkLst>
        </pc:spChg>
        <pc:spChg chg="add">
          <ac:chgData name="Samuel Sunilkumar_ITC" userId="18258ebefdda1444" providerId="Windows Live" clId="Web-{1607C339-382D-2A8A-C91F-EFB87914DD20}" dt="2025-05-08T15:30:59.639" v="10"/>
          <ac:spMkLst>
            <pc:docMk/>
            <pc:sldMk cId="0" sldId="256"/>
            <ac:spMk id="88" creationId="{F227E5B6-9132-43CA-B503-37A18562ADF2}"/>
          </ac:spMkLst>
        </pc:spChg>
        <pc:spChg chg="add">
          <ac:chgData name="Samuel Sunilkumar_ITC" userId="18258ebefdda1444" providerId="Windows Live" clId="Web-{1607C339-382D-2A8A-C91F-EFB87914DD20}" dt="2025-05-08T15:30:59.639" v="10"/>
          <ac:spMkLst>
            <pc:docMk/>
            <pc:sldMk cId="0" sldId="256"/>
            <ac:spMk id="89" creationId="{03C2051E-A88D-48E5-BACF-AAED17892722}"/>
          </ac:spMkLst>
        </pc:spChg>
        <pc:spChg chg="add">
          <ac:chgData name="Samuel Sunilkumar_ITC" userId="18258ebefdda1444" providerId="Windows Live" clId="Web-{1607C339-382D-2A8A-C91F-EFB87914DD20}" dt="2025-05-08T15:30:59.639" v="10"/>
          <ac:spMkLst>
            <pc:docMk/>
            <pc:sldMk cId="0" sldId="256"/>
            <ac:spMk id="90" creationId="{7821A508-2985-4905-874A-527429BAABFA}"/>
          </ac:spMkLst>
        </pc:spChg>
        <pc:spChg chg="add">
          <ac:chgData name="Samuel Sunilkumar_ITC" userId="18258ebefdda1444" providerId="Windows Live" clId="Web-{1607C339-382D-2A8A-C91F-EFB87914DD20}" dt="2025-05-08T15:30:59.639" v="10"/>
          <ac:spMkLst>
            <pc:docMk/>
            <pc:sldMk cId="0" sldId="256"/>
            <ac:spMk id="91" creationId="{D2929CB1-0E3C-4B2D-ADC5-0154FB33BA44}"/>
          </ac:spMkLst>
        </pc:spChg>
        <pc:spChg chg="add">
          <ac:chgData name="Samuel Sunilkumar_ITC" userId="18258ebefdda1444" providerId="Windows Live" clId="Web-{1607C339-382D-2A8A-C91F-EFB87914DD20}" dt="2025-05-08T15:30:59.639" v="10"/>
          <ac:spMkLst>
            <pc:docMk/>
            <pc:sldMk cId="0" sldId="256"/>
            <ac:spMk id="92" creationId="{5F2F0C84-BE8C-4DC2-A6D3-30349A801D5C}"/>
          </ac:spMkLst>
        </pc:spChg>
        <pc:picChg chg="mod ord">
          <ac:chgData name="Samuel Sunilkumar_ITC" userId="18258ebefdda1444" providerId="Windows Live" clId="Web-{1607C339-382D-2A8A-C91F-EFB87914DD20}" dt="2025-05-08T15:30:59.639" v="10"/>
          <ac:picMkLst>
            <pc:docMk/>
            <pc:sldMk cId="0" sldId="256"/>
            <ac:picMk id="3" creationId="{1C8E107E-C5F1-FE4B-8C9F-2FF02C4EFDD5}"/>
          </ac:picMkLst>
        </pc:picChg>
        <pc:cxnChg chg="add del">
          <ac:chgData name="Samuel Sunilkumar_ITC" userId="18258ebefdda1444" providerId="Windows Live" clId="Web-{1607C339-382D-2A8A-C91F-EFB87914DD20}" dt="2025-05-08T15:30:59.624" v="9"/>
          <ac:cxnSpMkLst>
            <pc:docMk/>
            <pc:sldMk cId="0" sldId="256"/>
            <ac:cxnSpMk id="74" creationId="{C49DA8F6-BCC1-4447-B54C-57856834B94B}"/>
          </ac:cxnSpMkLst>
        </pc:cxnChg>
      </pc:sldChg>
      <pc:sldChg chg="addSp delSp modSp mod setBg modClrScheme chgLayout">
        <pc:chgData name="Samuel Sunilkumar_ITC" userId="18258ebefdda1444" providerId="Windows Live" clId="Web-{1607C339-382D-2A8A-C91F-EFB87914DD20}" dt="2025-05-08T15:32:21.470" v="17"/>
        <pc:sldMkLst>
          <pc:docMk/>
          <pc:sldMk cId="0" sldId="257"/>
        </pc:sldMkLst>
        <pc:spChg chg="mod ord">
          <ac:chgData name="Samuel Sunilkumar_ITC" userId="18258ebefdda1444" providerId="Windows Live" clId="Web-{1607C339-382D-2A8A-C91F-EFB87914DD20}" dt="2025-05-08T15:32:21.470" v="17"/>
          <ac:spMkLst>
            <pc:docMk/>
            <pc:sldMk cId="0" sldId="257"/>
            <ac:spMk id="60" creationId="{00000000-0000-0000-0000-000000000000}"/>
          </ac:spMkLst>
        </pc:spChg>
        <pc:spChg chg="del mod">
          <ac:chgData name="Samuel Sunilkumar_ITC" userId="18258ebefdda1444" providerId="Windows Live" clId="Web-{1607C339-382D-2A8A-C91F-EFB87914DD20}" dt="2025-05-08T15:32:21.470" v="17"/>
          <ac:spMkLst>
            <pc:docMk/>
            <pc:sldMk cId="0" sldId="257"/>
            <ac:spMk id="61" creationId="{00000000-0000-0000-0000-000000000000}"/>
          </ac:spMkLst>
        </pc:spChg>
        <pc:spChg chg="add">
          <ac:chgData name="Samuel Sunilkumar_ITC" userId="18258ebefdda1444" providerId="Windows Live" clId="Web-{1607C339-382D-2A8A-C91F-EFB87914DD20}" dt="2025-05-08T15:32:21.470" v="17"/>
          <ac:spMkLst>
            <pc:docMk/>
            <pc:sldMk cId="0" sldId="257"/>
            <ac:spMk id="67" creationId="{2E442304-DDBD-4F7B-8017-36BCC863FB40}"/>
          </ac:spMkLst>
        </pc:spChg>
        <pc:spChg chg="add">
          <ac:chgData name="Samuel Sunilkumar_ITC" userId="18258ebefdda1444" providerId="Windows Live" clId="Web-{1607C339-382D-2A8A-C91F-EFB87914DD20}" dt="2025-05-08T15:32:21.470" v="17"/>
          <ac:spMkLst>
            <pc:docMk/>
            <pc:sldMk cId="0" sldId="257"/>
            <ac:spMk id="69" creationId="{5E107275-3853-46FD-A241-DE4355A42675}"/>
          </ac:spMkLst>
        </pc:spChg>
        <pc:graphicFrameChg chg="add">
          <ac:chgData name="Samuel Sunilkumar_ITC" userId="18258ebefdda1444" providerId="Windows Live" clId="Web-{1607C339-382D-2A8A-C91F-EFB87914DD20}" dt="2025-05-08T15:32:21.470" v="17"/>
          <ac:graphicFrameMkLst>
            <pc:docMk/>
            <pc:sldMk cId="0" sldId="257"/>
            <ac:graphicFrameMk id="63" creationId="{06DEF8C2-BFF0-2FB0-D0B6-1219067CEA78}"/>
          </ac:graphicFrameMkLst>
        </pc:graphicFrameChg>
      </pc:sldChg>
      <pc:sldChg chg="addSp delSp modSp mod setBg modClrScheme chgLayout">
        <pc:chgData name="Samuel Sunilkumar_ITC" userId="18258ebefdda1444" providerId="Windows Live" clId="Web-{1607C339-382D-2A8A-C91F-EFB87914DD20}" dt="2025-05-08T15:34:32.584" v="34"/>
        <pc:sldMkLst>
          <pc:docMk/>
          <pc:sldMk cId="0" sldId="258"/>
        </pc:sldMkLst>
        <pc:spChg chg="mod ord">
          <ac:chgData name="Samuel Sunilkumar_ITC" userId="18258ebefdda1444" providerId="Windows Live" clId="Web-{1607C339-382D-2A8A-C91F-EFB87914DD20}" dt="2025-05-08T15:34:32.584" v="34"/>
          <ac:spMkLst>
            <pc:docMk/>
            <pc:sldMk cId="0" sldId="258"/>
            <ac:spMk id="7" creationId="{00000000-0000-0000-0000-000000000000}"/>
          </ac:spMkLst>
        </pc:spChg>
        <pc:spChg chg="del mod">
          <ac:chgData name="Samuel Sunilkumar_ITC" userId="18258ebefdda1444" providerId="Windows Live" clId="Web-{1607C339-382D-2A8A-C91F-EFB87914DD20}" dt="2025-05-08T15:34:32.584" v="34"/>
          <ac:spMkLst>
            <pc:docMk/>
            <pc:sldMk cId="0" sldId="258"/>
            <ac:spMk id="63" creationId="{00000000-0000-0000-0000-000000000000}"/>
          </ac:spMkLst>
        </pc:spChg>
        <pc:spChg chg="add">
          <ac:chgData name="Samuel Sunilkumar_ITC" userId="18258ebefdda1444" providerId="Windows Live" clId="Web-{1607C339-382D-2A8A-C91F-EFB87914DD20}" dt="2025-05-08T15:34:32.584" v="34"/>
          <ac:spMkLst>
            <pc:docMk/>
            <pc:sldMk cId="0" sldId="258"/>
            <ac:spMk id="69" creationId="{98DED6BC-9A3E-48D4-AD7C-A56D63F547E8}"/>
          </ac:spMkLst>
        </pc:spChg>
        <pc:spChg chg="add">
          <ac:chgData name="Samuel Sunilkumar_ITC" userId="18258ebefdda1444" providerId="Windows Live" clId="Web-{1607C339-382D-2A8A-C91F-EFB87914DD20}" dt="2025-05-08T15:34:32.584" v="34"/>
          <ac:spMkLst>
            <pc:docMk/>
            <pc:sldMk cId="0" sldId="258"/>
            <ac:spMk id="71" creationId="{6B6E033A-DB2E-49B8-B600-B38E0C280263}"/>
          </ac:spMkLst>
        </pc:spChg>
        <pc:graphicFrameChg chg="add">
          <ac:chgData name="Samuel Sunilkumar_ITC" userId="18258ebefdda1444" providerId="Windows Live" clId="Web-{1607C339-382D-2A8A-C91F-EFB87914DD20}" dt="2025-05-08T15:34:32.584" v="34"/>
          <ac:graphicFrameMkLst>
            <pc:docMk/>
            <pc:sldMk cId="0" sldId="258"/>
            <ac:graphicFrameMk id="65" creationId="{0F8A1ABF-F757-C254-2E78-1085DEF3541D}"/>
          </ac:graphicFrameMkLst>
        </pc:graphicFrameChg>
      </pc:sldChg>
      <pc:sldChg chg="addSp delSp modSp mod setBg modClrScheme chgLayout">
        <pc:chgData name="Samuel Sunilkumar_ITC" userId="18258ebefdda1444" providerId="Windows Live" clId="Web-{1607C339-382D-2A8A-C91F-EFB87914DD20}" dt="2025-05-08T15:33:07.956" v="24" actId="1076"/>
        <pc:sldMkLst>
          <pc:docMk/>
          <pc:sldMk cId="0" sldId="260"/>
        </pc:sldMkLst>
        <pc:spChg chg="mod ord">
          <ac:chgData name="Samuel Sunilkumar_ITC" userId="18258ebefdda1444" providerId="Windows Live" clId="Web-{1607C339-382D-2A8A-C91F-EFB87914DD20}" dt="2025-05-08T15:33:07.956" v="24" actId="1076"/>
          <ac:spMkLst>
            <pc:docMk/>
            <pc:sldMk cId="0" sldId="260"/>
            <ac:spMk id="3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32:52.956" v="23"/>
          <ac:spMkLst>
            <pc:docMk/>
            <pc:sldMk cId="0" sldId="260"/>
            <ac:spMk id="65" creationId="{00000000-0000-0000-0000-000000000000}"/>
          </ac:spMkLst>
        </pc:spChg>
        <pc:spChg chg="add del">
          <ac:chgData name="Samuel Sunilkumar_ITC" userId="18258ebefdda1444" providerId="Windows Live" clId="Web-{1607C339-382D-2A8A-C91F-EFB87914DD20}" dt="2025-05-08T15:32:48.956" v="20"/>
          <ac:spMkLst>
            <pc:docMk/>
            <pc:sldMk cId="0" sldId="260"/>
            <ac:spMk id="70" creationId="{2EB492CD-616E-47F8-933B-5E2D952A0593}"/>
          </ac:spMkLst>
        </pc:spChg>
        <pc:spChg chg="add del">
          <ac:chgData name="Samuel Sunilkumar_ITC" userId="18258ebefdda1444" providerId="Windows Live" clId="Web-{1607C339-382D-2A8A-C91F-EFB87914DD20}" dt="2025-05-08T15:32:48.956" v="20"/>
          <ac:spMkLst>
            <pc:docMk/>
            <pc:sldMk cId="0" sldId="260"/>
            <ac:spMk id="72" creationId="{59383CF9-23B5-4335-9B21-1791C4CF1C75}"/>
          </ac:spMkLst>
        </pc:spChg>
        <pc:spChg chg="add del">
          <ac:chgData name="Samuel Sunilkumar_ITC" userId="18258ebefdda1444" providerId="Windows Live" clId="Web-{1607C339-382D-2A8A-C91F-EFB87914DD20}" dt="2025-05-08T15:32:48.956" v="20"/>
          <ac:spMkLst>
            <pc:docMk/>
            <pc:sldMk cId="0" sldId="260"/>
            <ac:spMk id="74" creationId="{0007FE00-9498-4706-B255-6437B0252C02}"/>
          </ac:spMkLst>
        </pc:spChg>
        <pc:spChg chg="add del">
          <ac:chgData name="Samuel Sunilkumar_ITC" userId="18258ebefdda1444" providerId="Windows Live" clId="Web-{1607C339-382D-2A8A-C91F-EFB87914DD20}" dt="2025-05-08T15:32:52.956" v="22"/>
          <ac:spMkLst>
            <pc:docMk/>
            <pc:sldMk cId="0" sldId="260"/>
            <ac:spMk id="76" creationId="{DABE3E45-88CF-45D8-8D40-C773324D93F6}"/>
          </ac:spMkLst>
        </pc:spChg>
        <pc:spChg chg="add del">
          <ac:chgData name="Samuel Sunilkumar_ITC" userId="18258ebefdda1444" providerId="Windows Live" clId="Web-{1607C339-382D-2A8A-C91F-EFB87914DD20}" dt="2025-05-08T15:32:52.956" v="22"/>
          <ac:spMkLst>
            <pc:docMk/>
            <pc:sldMk cId="0" sldId="260"/>
            <ac:spMk id="77" creationId="{1CD81A2A-6ED4-4EF4-A14C-912D31E14800}"/>
          </ac:spMkLst>
        </pc:spChg>
        <pc:spChg chg="add del">
          <ac:chgData name="Samuel Sunilkumar_ITC" userId="18258ebefdda1444" providerId="Windows Live" clId="Web-{1607C339-382D-2A8A-C91F-EFB87914DD20}" dt="2025-05-08T15:32:52.956" v="22"/>
          <ac:spMkLst>
            <pc:docMk/>
            <pc:sldMk cId="0" sldId="260"/>
            <ac:spMk id="79" creationId="{1661932C-CA15-4E17-B115-FAE7CBEE4789}"/>
          </ac:spMkLst>
        </pc:spChg>
        <pc:spChg chg="add del">
          <ac:chgData name="Samuel Sunilkumar_ITC" userId="18258ebefdda1444" providerId="Windows Live" clId="Web-{1607C339-382D-2A8A-C91F-EFB87914DD20}" dt="2025-05-08T15:32:52.956" v="22"/>
          <ac:spMkLst>
            <pc:docMk/>
            <pc:sldMk cId="0" sldId="260"/>
            <ac:spMk id="80" creationId="{B91ECDA9-56DC-4270-8F33-01C5637B8CEB}"/>
          </ac:spMkLst>
        </pc:spChg>
        <pc:spChg chg="add del">
          <ac:chgData name="Samuel Sunilkumar_ITC" userId="18258ebefdda1444" providerId="Windows Live" clId="Web-{1607C339-382D-2A8A-C91F-EFB87914DD20}" dt="2025-05-08T15:32:52.956" v="22"/>
          <ac:spMkLst>
            <pc:docMk/>
            <pc:sldMk cId="0" sldId="260"/>
            <ac:spMk id="81" creationId="{8590ADD5-9383-4D3D-9047-3DA2593CCB5D}"/>
          </ac:spMkLst>
        </pc:spChg>
        <pc:spChg chg="add del">
          <ac:chgData name="Samuel Sunilkumar_ITC" userId="18258ebefdda1444" providerId="Windows Live" clId="Web-{1607C339-382D-2A8A-C91F-EFB87914DD20}" dt="2025-05-08T15:32:52.956" v="22"/>
          <ac:spMkLst>
            <pc:docMk/>
            <pc:sldMk cId="0" sldId="260"/>
            <ac:spMk id="82" creationId="{75F47824-961D-465D-84F9-EAE11BC6173B}"/>
          </ac:spMkLst>
        </pc:spChg>
        <pc:spChg chg="add del">
          <ac:chgData name="Samuel Sunilkumar_ITC" userId="18258ebefdda1444" providerId="Windows Live" clId="Web-{1607C339-382D-2A8A-C91F-EFB87914DD20}" dt="2025-05-08T15:32:52.956" v="22"/>
          <ac:spMkLst>
            <pc:docMk/>
            <pc:sldMk cId="0" sldId="260"/>
            <ac:spMk id="84" creationId="{FEC9DA3E-C1D7-472D-B7C0-F71AE41FBA23}"/>
          </ac:spMkLst>
        </pc:spChg>
        <pc:spChg chg="add">
          <ac:chgData name="Samuel Sunilkumar_ITC" userId="18258ebefdda1444" providerId="Windows Live" clId="Web-{1607C339-382D-2A8A-C91F-EFB87914DD20}" dt="2025-05-08T15:32:52.956" v="23"/>
          <ac:spMkLst>
            <pc:docMk/>
            <pc:sldMk cId="0" sldId="260"/>
            <ac:spMk id="86" creationId="{DB304A14-32D0-4873-B914-423ED7B8DAFD}"/>
          </ac:spMkLst>
        </pc:spChg>
        <pc:spChg chg="add">
          <ac:chgData name="Samuel Sunilkumar_ITC" userId="18258ebefdda1444" providerId="Windows Live" clId="Web-{1607C339-382D-2A8A-C91F-EFB87914DD20}" dt="2025-05-08T15:32:52.956" v="23"/>
          <ac:spMkLst>
            <pc:docMk/>
            <pc:sldMk cId="0" sldId="260"/>
            <ac:spMk id="87" creationId="{1D460C86-854F-4FB3-ABC2-E823D8FEB9DB}"/>
          </ac:spMkLst>
        </pc:spChg>
        <pc:spChg chg="add">
          <ac:chgData name="Samuel Sunilkumar_ITC" userId="18258ebefdda1444" providerId="Windows Live" clId="Web-{1607C339-382D-2A8A-C91F-EFB87914DD20}" dt="2025-05-08T15:32:52.956" v="23"/>
          <ac:spMkLst>
            <pc:docMk/>
            <pc:sldMk cId="0" sldId="260"/>
            <ac:spMk id="88" creationId="{BB48116A-278A-4CC5-89D3-9DE8E8FF1245}"/>
          </ac:spMkLst>
        </pc:spChg>
        <pc:picChg chg="mod">
          <ac:chgData name="Samuel Sunilkumar_ITC" userId="18258ebefdda1444" providerId="Windows Live" clId="Web-{1607C339-382D-2A8A-C91F-EFB87914DD20}" dt="2025-05-08T15:32:52.956" v="23"/>
          <ac:picMkLst>
            <pc:docMk/>
            <pc:sldMk cId="0" sldId="260"/>
            <ac:picMk id="4" creationId="{A2884917-7223-6F21-62E1-B0B2111CFD84}"/>
          </ac:picMkLst>
        </pc:picChg>
      </pc:sldChg>
      <pc:sldChg chg="modSp del mod modClrScheme chgLayout">
        <pc:chgData name="Samuel Sunilkumar_ITC" userId="18258ebefdda1444" providerId="Windows Live" clId="Web-{1607C339-382D-2A8A-C91F-EFB87914DD20}" dt="2025-05-08T15:36:38.307" v="51"/>
        <pc:sldMkLst>
          <pc:docMk/>
          <pc:sldMk cId="0" sldId="261"/>
        </pc:sldMkLst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0" sldId="261"/>
            <ac:spMk id="68" creationId="{00000000-0000-0000-0000-000000000000}"/>
          </ac:spMkLst>
        </pc:spChg>
      </pc:sldChg>
      <pc:sldChg chg="addSp delSp modSp mod setBg modClrScheme chgLayout">
        <pc:chgData name="Samuel Sunilkumar_ITC" userId="18258ebefdda1444" providerId="Windows Live" clId="Web-{1607C339-382D-2A8A-C91F-EFB87914DD20}" dt="2025-05-08T15:34:58.194" v="35"/>
        <pc:sldMkLst>
          <pc:docMk/>
          <pc:sldMk cId="1852352604" sldId="264"/>
        </pc:sldMkLst>
        <pc:spChg chg="del mod ord">
          <ac:chgData name="Samuel Sunilkumar_ITC" userId="18258ebefdda1444" providerId="Windows Live" clId="Web-{1607C339-382D-2A8A-C91F-EFB87914DD20}" dt="2025-05-08T15:34:58.194" v="35"/>
          <ac:spMkLst>
            <pc:docMk/>
            <pc:sldMk cId="1852352604" sldId="264"/>
            <ac:spMk id="4" creationId="{00000000-0000-0000-0000-000000000000}"/>
          </ac:spMkLst>
        </pc:spChg>
        <pc:spChg chg="mod">
          <ac:chgData name="Samuel Sunilkumar_ITC" userId="18258ebefdda1444" providerId="Windows Live" clId="Web-{1607C339-382D-2A8A-C91F-EFB87914DD20}" dt="2025-05-08T15:34:58.194" v="35"/>
          <ac:spMkLst>
            <pc:docMk/>
            <pc:sldMk cId="1852352604" sldId="264"/>
            <ac:spMk id="27" creationId="{C7C46DCB-8B69-D018-1D28-54FDB788A427}"/>
          </ac:spMkLst>
        </pc:spChg>
        <pc:spChg chg="add">
          <ac:chgData name="Samuel Sunilkumar_ITC" userId="18258ebefdda1444" providerId="Windows Live" clId="Web-{1607C339-382D-2A8A-C91F-EFB87914DD20}" dt="2025-05-08T15:34:58.194" v="35"/>
          <ac:spMkLst>
            <pc:docMk/>
            <pc:sldMk cId="1852352604" sldId="264"/>
            <ac:spMk id="33" creationId="{53B021B3-DE93-4AB7-8A18-CF5F1CED88B8}"/>
          </ac:spMkLst>
        </pc:spChg>
        <pc:spChg chg="add">
          <ac:chgData name="Samuel Sunilkumar_ITC" userId="18258ebefdda1444" providerId="Windows Live" clId="Web-{1607C339-382D-2A8A-C91F-EFB87914DD20}" dt="2025-05-08T15:34:58.194" v="35"/>
          <ac:spMkLst>
            <pc:docMk/>
            <pc:sldMk cId="1852352604" sldId="264"/>
            <ac:spMk id="35" creationId="{52D502E5-F6B4-4D58-B4AE-FC466FF15EE8}"/>
          </ac:spMkLst>
        </pc:spChg>
        <pc:spChg chg="add">
          <ac:chgData name="Samuel Sunilkumar_ITC" userId="18258ebefdda1444" providerId="Windows Live" clId="Web-{1607C339-382D-2A8A-C91F-EFB87914DD20}" dt="2025-05-08T15:34:58.194" v="35"/>
          <ac:spMkLst>
            <pc:docMk/>
            <pc:sldMk cId="1852352604" sldId="264"/>
            <ac:spMk id="37" creationId="{9DECDBF4-02B6-4BB4-B65B-B8107AD6A9E8}"/>
          </ac:spMkLst>
        </pc:spChg>
        <pc:graphicFrameChg chg="add">
          <ac:chgData name="Samuel Sunilkumar_ITC" userId="18258ebefdda1444" providerId="Windows Live" clId="Web-{1607C339-382D-2A8A-C91F-EFB87914DD20}" dt="2025-05-08T15:34:58.194" v="35"/>
          <ac:graphicFrameMkLst>
            <pc:docMk/>
            <pc:sldMk cId="1852352604" sldId="264"/>
            <ac:graphicFrameMk id="29" creationId="{E897E4B9-00BC-2D2D-475A-64C856FADC03}"/>
          </ac:graphicFrameMkLst>
        </pc:graphicFrameChg>
      </pc:sldChg>
      <pc:sldChg chg="addSp delSp modSp mod setBg modClrScheme chgLayout">
        <pc:chgData name="Samuel Sunilkumar_ITC" userId="18258ebefdda1444" providerId="Windows Live" clId="Web-{1607C339-382D-2A8A-C91F-EFB87914DD20}" dt="2025-05-08T15:35:12.117" v="36"/>
        <pc:sldMkLst>
          <pc:docMk/>
          <pc:sldMk cId="2329589634" sldId="265"/>
        </pc:sldMkLst>
        <pc:spChg chg="del mod ord">
          <ac:chgData name="Samuel Sunilkumar_ITC" userId="18258ebefdda1444" providerId="Windows Live" clId="Web-{1607C339-382D-2A8A-C91F-EFB87914DD20}" dt="2025-05-08T15:35:12.117" v="36"/>
          <ac:spMkLst>
            <pc:docMk/>
            <pc:sldMk cId="2329589634" sldId="265"/>
            <ac:spMk id="3" creationId="{00000000-0000-0000-0000-000000000000}"/>
          </ac:spMkLst>
        </pc:spChg>
        <pc:spChg chg="mod">
          <ac:chgData name="Samuel Sunilkumar_ITC" userId="18258ebefdda1444" providerId="Windows Live" clId="Web-{1607C339-382D-2A8A-C91F-EFB87914DD20}" dt="2025-05-08T15:35:12.117" v="36"/>
          <ac:spMkLst>
            <pc:docMk/>
            <pc:sldMk cId="2329589634" sldId="265"/>
            <ac:spMk id="4" creationId="{BD2195DD-9992-E977-6438-999462DC642C}"/>
          </ac:spMkLst>
        </pc:spChg>
        <pc:spChg chg="add">
          <ac:chgData name="Samuel Sunilkumar_ITC" userId="18258ebefdda1444" providerId="Windows Live" clId="Web-{1607C339-382D-2A8A-C91F-EFB87914DD20}" dt="2025-05-08T15:35:12.117" v="36"/>
          <ac:spMkLst>
            <pc:docMk/>
            <pc:sldMk cId="2329589634" sldId="265"/>
            <ac:spMk id="10" creationId="{53B021B3-DE93-4AB7-8A18-CF5F1CED88B8}"/>
          </ac:spMkLst>
        </pc:spChg>
        <pc:spChg chg="add">
          <ac:chgData name="Samuel Sunilkumar_ITC" userId="18258ebefdda1444" providerId="Windows Live" clId="Web-{1607C339-382D-2A8A-C91F-EFB87914DD20}" dt="2025-05-08T15:35:12.117" v="36"/>
          <ac:spMkLst>
            <pc:docMk/>
            <pc:sldMk cId="2329589634" sldId="265"/>
            <ac:spMk id="12" creationId="{52D502E5-F6B4-4D58-B4AE-FC466FF15EE8}"/>
          </ac:spMkLst>
        </pc:spChg>
        <pc:spChg chg="add">
          <ac:chgData name="Samuel Sunilkumar_ITC" userId="18258ebefdda1444" providerId="Windows Live" clId="Web-{1607C339-382D-2A8A-C91F-EFB87914DD20}" dt="2025-05-08T15:35:12.117" v="36"/>
          <ac:spMkLst>
            <pc:docMk/>
            <pc:sldMk cId="2329589634" sldId="265"/>
            <ac:spMk id="14" creationId="{9DECDBF4-02B6-4BB4-B65B-B8107AD6A9E8}"/>
          </ac:spMkLst>
        </pc:spChg>
        <pc:graphicFrameChg chg="add">
          <ac:chgData name="Samuel Sunilkumar_ITC" userId="18258ebefdda1444" providerId="Windows Live" clId="Web-{1607C339-382D-2A8A-C91F-EFB87914DD20}" dt="2025-05-08T15:35:12.117" v="36"/>
          <ac:graphicFrameMkLst>
            <pc:docMk/>
            <pc:sldMk cId="2329589634" sldId="265"/>
            <ac:graphicFrameMk id="6" creationId="{634B123C-7A54-1C61-5AB3-E98AAC92FC2E}"/>
          </ac:graphicFrameMkLst>
        </pc:graphicFrameChg>
      </pc:sldChg>
      <pc:sldChg chg="mod modClrScheme chgLayout">
        <pc:chgData name="Samuel Sunilkumar_ITC" userId="18258ebefdda1444" providerId="Windows Live" clId="Web-{1607C339-382D-2A8A-C91F-EFB87914DD20}" dt="2025-05-08T15:28:49.744" v="1"/>
        <pc:sldMkLst>
          <pc:docMk/>
          <pc:sldMk cId="3724026657" sldId="266"/>
        </pc:sldMkLst>
      </pc:sldChg>
      <pc:sldChg chg="modSp mod modClrScheme chgLayout">
        <pc:chgData name="Samuel Sunilkumar_ITC" userId="18258ebefdda1444" providerId="Windows Live" clId="Web-{1607C339-382D-2A8A-C91F-EFB87914DD20}" dt="2025-05-08T15:28:49.744" v="1"/>
        <pc:sldMkLst>
          <pc:docMk/>
          <pc:sldMk cId="2891774906" sldId="267"/>
        </pc:sldMkLst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2891774906" sldId="267"/>
            <ac:spMk id="62" creationId="{00000000-0000-0000-0000-000000000000}"/>
          </ac:spMkLst>
        </pc:spChg>
      </pc:sldChg>
      <pc:sldChg chg="addSp modSp mod setBg modClrScheme chgLayout">
        <pc:chgData name="Samuel Sunilkumar_ITC" userId="18258ebefdda1444" providerId="Windows Live" clId="Web-{1607C339-382D-2A8A-C91F-EFB87914DD20}" dt="2025-05-08T15:32:36.190" v="18"/>
        <pc:sldMkLst>
          <pc:docMk/>
          <pc:sldMk cId="3324833275" sldId="268"/>
        </pc:sldMkLst>
        <pc:spChg chg="mod ord">
          <ac:chgData name="Samuel Sunilkumar_ITC" userId="18258ebefdda1444" providerId="Windows Live" clId="Web-{1607C339-382D-2A8A-C91F-EFB87914DD20}" dt="2025-05-08T15:32:36.190" v="18"/>
          <ac:spMkLst>
            <pc:docMk/>
            <pc:sldMk cId="3324833275" sldId="268"/>
            <ac:spMk id="2" creationId="{00000000-0000-0000-0000-000000000000}"/>
          </ac:spMkLst>
        </pc:spChg>
        <pc:spChg chg="add">
          <ac:chgData name="Samuel Sunilkumar_ITC" userId="18258ebefdda1444" providerId="Windows Live" clId="Web-{1607C339-382D-2A8A-C91F-EFB87914DD20}" dt="2025-05-08T15:32:36.190" v="18"/>
          <ac:spMkLst>
            <pc:docMk/>
            <pc:sldMk cId="3324833275" sldId="268"/>
            <ac:spMk id="7" creationId="{59EF30C2-29AC-4A0D-BC0A-A679CF113EDD}"/>
          </ac:spMkLst>
        </pc:spChg>
        <pc:spChg chg="add">
          <ac:chgData name="Samuel Sunilkumar_ITC" userId="18258ebefdda1444" providerId="Windows Live" clId="Web-{1607C339-382D-2A8A-C91F-EFB87914DD20}" dt="2025-05-08T15:32:36.190" v="18"/>
          <ac:spMkLst>
            <pc:docMk/>
            <pc:sldMk cId="3324833275" sldId="268"/>
            <ac:spMk id="9" creationId="{9C682A1A-5B2D-4111-BBD6-620165633E5B}"/>
          </ac:spMkLst>
        </pc:spChg>
        <pc:spChg chg="add">
          <ac:chgData name="Samuel Sunilkumar_ITC" userId="18258ebefdda1444" providerId="Windows Live" clId="Web-{1607C339-382D-2A8A-C91F-EFB87914DD20}" dt="2025-05-08T15:32:36.190" v="18"/>
          <ac:spMkLst>
            <pc:docMk/>
            <pc:sldMk cId="3324833275" sldId="268"/>
            <ac:spMk id="13" creationId="{A04F1504-431A-4D86-9091-AE7E4B33376B}"/>
          </ac:spMkLst>
        </pc:spChg>
        <pc:spChg chg="add">
          <ac:chgData name="Samuel Sunilkumar_ITC" userId="18258ebefdda1444" providerId="Windows Live" clId="Web-{1607C339-382D-2A8A-C91F-EFB87914DD20}" dt="2025-05-08T15:32:36.190" v="18"/>
          <ac:spMkLst>
            <pc:docMk/>
            <pc:sldMk cId="3324833275" sldId="268"/>
            <ac:spMk id="15" creationId="{EA804283-B929-4503-802F-4585376E2B42}"/>
          </ac:spMkLst>
        </pc:spChg>
        <pc:spChg chg="add">
          <ac:chgData name="Samuel Sunilkumar_ITC" userId="18258ebefdda1444" providerId="Windows Live" clId="Web-{1607C339-382D-2A8A-C91F-EFB87914DD20}" dt="2025-05-08T15:32:36.190" v="18"/>
          <ac:spMkLst>
            <pc:docMk/>
            <pc:sldMk cId="3324833275" sldId="268"/>
            <ac:spMk id="17" creationId="{AD3811F5-514E-49A4-B382-673ED228A4CC}"/>
          </ac:spMkLst>
        </pc:spChg>
        <pc:spChg chg="add">
          <ac:chgData name="Samuel Sunilkumar_ITC" userId="18258ebefdda1444" providerId="Windows Live" clId="Web-{1607C339-382D-2A8A-C91F-EFB87914DD20}" dt="2025-05-08T15:32:36.190" v="18"/>
          <ac:spMkLst>
            <pc:docMk/>
            <pc:sldMk cId="3324833275" sldId="268"/>
            <ac:spMk id="19" creationId="{067AD921-1CEE-4C1B-9AA3-C66D908DDD14}"/>
          </ac:spMkLst>
        </pc:spChg>
        <pc:spChg chg="add">
          <ac:chgData name="Samuel Sunilkumar_ITC" userId="18258ebefdda1444" providerId="Windows Live" clId="Web-{1607C339-382D-2A8A-C91F-EFB87914DD20}" dt="2025-05-08T15:32:36.190" v="18"/>
          <ac:spMkLst>
            <pc:docMk/>
            <pc:sldMk cId="3324833275" sldId="268"/>
            <ac:spMk id="21" creationId="{C36A08F5-3B56-47C5-A371-9187BE56E1E5}"/>
          </ac:spMkLst>
        </pc:spChg>
        <pc:cxnChg chg="add">
          <ac:chgData name="Samuel Sunilkumar_ITC" userId="18258ebefdda1444" providerId="Windows Live" clId="Web-{1607C339-382D-2A8A-C91F-EFB87914DD20}" dt="2025-05-08T15:32:36.190" v="18"/>
          <ac:cxnSpMkLst>
            <pc:docMk/>
            <pc:sldMk cId="3324833275" sldId="268"/>
            <ac:cxnSpMk id="11" creationId="{266A0658-1CC4-4B0D-AAB7-A702286AFB03}"/>
          </ac:cxnSpMkLst>
        </pc:cxnChg>
      </pc:sldChg>
      <pc:sldChg chg="addSp modSp mod setBg modClrScheme chgLayout">
        <pc:chgData name="Samuel Sunilkumar_ITC" userId="18258ebefdda1444" providerId="Windows Live" clId="Web-{1607C339-382D-2A8A-C91F-EFB87914DD20}" dt="2025-05-08T15:34:24.396" v="33" actId="14100"/>
        <pc:sldMkLst>
          <pc:docMk/>
          <pc:sldMk cId="1920862659" sldId="269"/>
        </pc:sldMkLst>
        <pc:spChg chg="mod ord">
          <ac:chgData name="Samuel Sunilkumar_ITC" userId="18258ebefdda1444" providerId="Windows Live" clId="Web-{1607C339-382D-2A8A-C91F-EFB87914DD20}" dt="2025-05-08T15:34:24.396" v="33" actId="14100"/>
          <ac:spMkLst>
            <pc:docMk/>
            <pc:sldMk cId="1920862659" sldId="269"/>
            <ac:spMk id="4" creationId="{00000000-0000-0000-0000-000000000000}"/>
          </ac:spMkLst>
        </pc:spChg>
        <pc:spChg chg="add">
          <ac:chgData name="Samuel Sunilkumar_ITC" userId="18258ebefdda1444" providerId="Windows Live" clId="Web-{1607C339-382D-2A8A-C91F-EFB87914DD20}" dt="2025-05-08T15:33:50.958" v="25"/>
          <ac:spMkLst>
            <pc:docMk/>
            <pc:sldMk cId="1920862659" sldId="269"/>
            <ac:spMk id="9" creationId="{46F1F2C8-798B-4CCE-A851-94AFAF350BED}"/>
          </ac:spMkLst>
        </pc:spChg>
        <pc:spChg chg="add">
          <ac:chgData name="Samuel Sunilkumar_ITC" userId="18258ebefdda1444" providerId="Windows Live" clId="Web-{1607C339-382D-2A8A-C91F-EFB87914DD20}" dt="2025-05-08T15:33:50.958" v="25"/>
          <ac:spMkLst>
            <pc:docMk/>
            <pc:sldMk cId="1920862659" sldId="269"/>
            <ac:spMk id="11" creationId="{755E9CD0-04B0-4A3C-B291-AD913379C713}"/>
          </ac:spMkLst>
        </pc:spChg>
        <pc:spChg chg="add">
          <ac:chgData name="Samuel Sunilkumar_ITC" userId="18258ebefdda1444" providerId="Windows Live" clId="Web-{1607C339-382D-2A8A-C91F-EFB87914DD20}" dt="2025-05-08T15:33:50.958" v="25"/>
          <ac:spMkLst>
            <pc:docMk/>
            <pc:sldMk cId="1920862659" sldId="269"/>
            <ac:spMk id="13" creationId="{1DD8BF3B-6066-418C-8D1A-75C5E396FC04}"/>
          </ac:spMkLst>
        </pc:spChg>
        <pc:spChg chg="add">
          <ac:chgData name="Samuel Sunilkumar_ITC" userId="18258ebefdda1444" providerId="Windows Live" clId="Web-{1607C339-382D-2A8A-C91F-EFB87914DD20}" dt="2025-05-08T15:33:50.958" v="25"/>
          <ac:spMkLst>
            <pc:docMk/>
            <pc:sldMk cId="1920862659" sldId="269"/>
            <ac:spMk id="15" creationId="{80BC66F9-7A74-4286-AD22-1174052CC22C}"/>
          </ac:spMkLst>
        </pc:spChg>
        <pc:spChg chg="add">
          <ac:chgData name="Samuel Sunilkumar_ITC" userId="18258ebefdda1444" providerId="Windows Live" clId="Web-{1607C339-382D-2A8A-C91F-EFB87914DD20}" dt="2025-05-08T15:33:50.958" v="25"/>
          <ac:spMkLst>
            <pc:docMk/>
            <pc:sldMk cId="1920862659" sldId="269"/>
            <ac:spMk id="17" creationId="{D8142CC3-2B5C-48E6-9DF0-6C8ACBAF23EF}"/>
          </ac:spMkLst>
        </pc:spChg>
        <pc:spChg chg="add">
          <ac:chgData name="Samuel Sunilkumar_ITC" userId="18258ebefdda1444" providerId="Windows Live" clId="Web-{1607C339-382D-2A8A-C91F-EFB87914DD20}" dt="2025-05-08T15:33:50.958" v="25"/>
          <ac:spMkLst>
            <pc:docMk/>
            <pc:sldMk cId="1920862659" sldId="269"/>
            <ac:spMk id="21" creationId="{46A89C79-8EF3-4AF9-B3D9-59A883F41C83}"/>
          </ac:spMkLst>
        </pc:spChg>
        <pc:spChg chg="add">
          <ac:chgData name="Samuel Sunilkumar_ITC" userId="18258ebefdda1444" providerId="Windows Live" clId="Web-{1607C339-382D-2A8A-C91F-EFB87914DD20}" dt="2025-05-08T15:33:50.958" v="25"/>
          <ac:spMkLst>
            <pc:docMk/>
            <pc:sldMk cId="1920862659" sldId="269"/>
            <ac:spMk id="23" creationId="{EFE5CE34-4543-42E5-B82C-1F3D12422CDD}"/>
          </ac:spMkLst>
        </pc:spChg>
        <pc:spChg chg="add">
          <ac:chgData name="Samuel Sunilkumar_ITC" userId="18258ebefdda1444" providerId="Windows Live" clId="Web-{1607C339-382D-2A8A-C91F-EFB87914DD20}" dt="2025-05-08T15:33:50.958" v="25"/>
          <ac:spMkLst>
            <pc:docMk/>
            <pc:sldMk cId="1920862659" sldId="269"/>
            <ac:spMk id="25" creationId="{72AF41FE-63D7-4695-81D2-66D2510E4486}"/>
          </ac:spMkLst>
        </pc:spChg>
        <pc:cxnChg chg="add">
          <ac:chgData name="Samuel Sunilkumar_ITC" userId="18258ebefdda1444" providerId="Windows Live" clId="Web-{1607C339-382D-2A8A-C91F-EFB87914DD20}" dt="2025-05-08T15:33:50.958" v="25"/>
          <ac:cxnSpMkLst>
            <pc:docMk/>
            <pc:sldMk cId="1920862659" sldId="269"/>
            <ac:cxnSpMk id="19" creationId="{7B2D303B-3DD0-4319-9EAD-361847FEC71D}"/>
          </ac:cxnSpMkLst>
        </pc:cxnChg>
      </pc:sldChg>
      <pc:sldChg chg="addSp modSp mod setBg modClrScheme chgLayout">
        <pc:chgData name="Samuel Sunilkumar_ITC" userId="18258ebefdda1444" providerId="Windows Live" clId="Web-{1607C339-382D-2A8A-C91F-EFB87914DD20}" dt="2025-05-08T15:35:38.977" v="39" actId="20577"/>
        <pc:sldMkLst>
          <pc:docMk/>
          <pc:sldMk cId="2378082802" sldId="271"/>
        </pc:sldMkLst>
        <pc:spChg chg="mod">
          <ac:chgData name="Samuel Sunilkumar_ITC" userId="18258ebefdda1444" providerId="Windows Live" clId="Web-{1607C339-382D-2A8A-C91F-EFB87914DD20}" dt="2025-05-08T15:35:38.977" v="39" actId="20577"/>
          <ac:spMkLst>
            <pc:docMk/>
            <pc:sldMk cId="2378082802" sldId="271"/>
            <ac:spMk id="4" creationId="{00000000-0000-0000-0000-000000000000}"/>
          </ac:spMkLst>
        </pc:spChg>
        <pc:spChg chg="add">
          <ac:chgData name="Samuel Sunilkumar_ITC" userId="18258ebefdda1444" providerId="Windows Live" clId="Web-{1607C339-382D-2A8A-C91F-EFB87914DD20}" dt="2025-05-08T15:35:32.461" v="37"/>
          <ac:spMkLst>
            <pc:docMk/>
            <pc:sldMk cId="2378082802" sldId="271"/>
            <ac:spMk id="9" creationId="{907EF6B7-1338-4443-8C46-6A318D952DFD}"/>
          </ac:spMkLst>
        </pc:spChg>
        <pc:spChg chg="add">
          <ac:chgData name="Samuel Sunilkumar_ITC" userId="18258ebefdda1444" providerId="Windows Live" clId="Web-{1607C339-382D-2A8A-C91F-EFB87914DD20}" dt="2025-05-08T15:35:32.461" v="37"/>
          <ac:spMkLst>
            <pc:docMk/>
            <pc:sldMk cId="2378082802" sldId="271"/>
            <ac:spMk id="11" creationId="{DAAE4CDD-124C-4DCF-9584-B6033B545DD5}"/>
          </ac:spMkLst>
        </pc:spChg>
        <pc:spChg chg="add">
          <ac:chgData name="Samuel Sunilkumar_ITC" userId="18258ebefdda1444" providerId="Windows Live" clId="Web-{1607C339-382D-2A8A-C91F-EFB87914DD20}" dt="2025-05-08T15:35:32.461" v="37"/>
          <ac:spMkLst>
            <pc:docMk/>
            <pc:sldMk cId="2378082802" sldId="271"/>
            <ac:spMk id="13" creationId="{081E4A58-353D-44AE-B2FC-2A74E2E400F7}"/>
          </ac:spMkLst>
        </pc:spChg>
      </pc:sldChg>
      <pc:sldChg chg="mod modClrScheme chgLayout">
        <pc:chgData name="Samuel Sunilkumar_ITC" userId="18258ebefdda1444" providerId="Windows Live" clId="Web-{1607C339-382D-2A8A-C91F-EFB87914DD20}" dt="2025-05-08T15:28:49.744" v="1"/>
        <pc:sldMkLst>
          <pc:docMk/>
          <pc:sldMk cId="1693360432" sldId="272"/>
        </pc:sldMkLst>
      </pc:sldChg>
      <pc:sldChg chg="modSp mod modClrScheme chgLayout">
        <pc:chgData name="Samuel Sunilkumar_ITC" userId="18258ebefdda1444" providerId="Windows Live" clId="Web-{1607C339-382D-2A8A-C91F-EFB87914DD20}" dt="2025-05-08T15:28:49.744" v="1"/>
        <pc:sldMkLst>
          <pc:docMk/>
          <pc:sldMk cId="4109411213" sldId="273"/>
        </pc:sldMkLst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4109411213" sldId="273"/>
            <ac:spMk id="5" creationId="{2A43FF5E-011A-91E0-C374-F1829ED9E007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4109411213" sldId="273"/>
            <ac:spMk id="6" creationId="{ADFC7DFA-5176-A18E-9221-188C09B946E8}"/>
          </ac:spMkLst>
        </pc:spChg>
      </pc:sldChg>
      <pc:sldChg chg="modSp mod modClrScheme chgLayout">
        <pc:chgData name="Samuel Sunilkumar_ITC" userId="18258ebefdda1444" providerId="Windows Live" clId="Web-{1607C339-382D-2A8A-C91F-EFB87914DD20}" dt="2025-05-08T15:28:49.744" v="1"/>
        <pc:sldMkLst>
          <pc:docMk/>
          <pc:sldMk cId="444731357" sldId="276"/>
        </pc:sldMkLst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444731357" sldId="276"/>
            <ac:spMk id="4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444731357" sldId="276"/>
            <ac:spMk id="5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444731357" sldId="276"/>
            <ac:spMk id="6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444731357" sldId="276"/>
            <ac:spMk id="7" creationId="{A3B3024C-1EBF-F6E8-2DEB-F67127AC9308}"/>
          </ac:spMkLst>
        </pc:spChg>
      </pc:sldChg>
      <pc:sldChg chg="modSp mod modClrScheme chgLayout">
        <pc:chgData name="Samuel Sunilkumar_ITC" userId="18258ebefdda1444" providerId="Windows Live" clId="Web-{1607C339-382D-2A8A-C91F-EFB87914DD20}" dt="2025-05-08T15:28:49.744" v="1"/>
        <pc:sldMkLst>
          <pc:docMk/>
          <pc:sldMk cId="3006262650" sldId="277"/>
        </pc:sldMkLst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3006262650" sldId="277"/>
            <ac:spMk id="4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3006262650" sldId="277"/>
            <ac:spMk id="5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3006262650" sldId="277"/>
            <ac:spMk id="6" creationId="{00000000-0000-0000-0000-000000000000}"/>
          </ac:spMkLst>
        </pc:spChg>
      </pc:sldChg>
      <pc:sldChg chg="modSp mod modClrScheme chgLayout">
        <pc:chgData name="Samuel Sunilkumar_ITC" userId="18258ebefdda1444" providerId="Windows Live" clId="Web-{1607C339-382D-2A8A-C91F-EFB87914DD20}" dt="2025-05-08T15:28:49.744" v="1"/>
        <pc:sldMkLst>
          <pc:docMk/>
          <pc:sldMk cId="1587158584" sldId="278"/>
        </pc:sldMkLst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1587158584" sldId="278"/>
            <ac:spMk id="4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1587158584" sldId="278"/>
            <ac:spMk id="5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1587158584" sldId="278"/>
            <ac:spMk id="6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1587158584" sldId="278"/>
            <ac:spMk id="7" creationId="{A3B3024C-1EBF-F6E8-2DEB-F67127AC9308}"/>
          </ac:spMkLst>
        </pc:spChg>
      </pc:sldChg>
      <pc:sldChg chg="modSp mod modClrScheme chgLayout">
        <pc:chgData name="Samuel Sunilkumar_ITC" userId="18258ebefdda1444" providerId="Windows Live" clId="Web-{1607C339-382D-2A8A-C91F-EFB87914DD20}" dt="2025-05-08T15:28:49.744" v="1"/>
        <pc:sldMkLst>
          <pc:docMk/>
          <pc:sldMk cId="2518870468" sldId="279"/>
        </pc:sldMkLst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2518870468" sldId="279"/>
            <ac:spMk id="2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2518870468" sldId="279"/>
            <ac:spMk id="4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2518870468" sldId="279"/>
            <ac:spMk id="5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2518870468" sldId="279"/>
            <ac:spMk id="6" creationId="{00000000-0000-0000-0000-000000000000}"/>
          </ac:spMkLst>
        </pc:spChg>
      </pc:sldChg>
      <pc:sldChg chg="modSp mod modClrScheme chgLayout">
        <pc:chgData name="Samuel Sunilkumar_ITC" userId="18258ebefdda1444" providerId="Windows Live" clId="Web-{1607C339-382D-2A8A-C91F-EFB87914DD20}" dt="2025-05-08T15:28:49.744" v="1"/>
        <pc:sldMkLst>
          <pc:docMk/>
          <pc:sldMk cId="1434607340" sldId="280"/>
        </pc:sldMkLst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1434607340" sldId="280"/>
            <ac:spMk id="2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1434607340" sldId="280"/>
            <ac:spMk id="4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1434607340" sldId="280"/>
            <ac:spMk id="5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1434607340" sldId="280"/>
            <ac:spMk id="6" creationId="{00000000-0000-0000-0000-000000000000}"/>
          </ac:spMkLst>
        </pc:spChg>
      </pc:sldChg>
      <pc:sldChg chg="modSp mod modClrScheme chgLayout">
        <pc:chgData name="Samuel Sunilkumar_ITC" userId="18258ebefdda1444" providerId="Windows Live" clId="Web-{1607C339-382D-2A8A-C91F-EFB87914DD20}" dt="2025-05-08T15:28:49.744" v="1"/>
        <pc:sldMkLst>
          <pc:docMk/>
          <pc:sldMk cId="1699471177" sldId="281"/>
        </pc:sldMkLst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1699471177" sldId="281"/>
            <ac:spMk id="4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1699471177" sldId="281"/>
            <ac:spMk id="5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1699471177" sldId="281"/>
            <ac:spMk id="6" creationId="{00000000-0000-0000-0000-000000000000}"/>
          </ac:spMkLst>
        </pc:spChg>
      </pc:sldChg>
      <pc:sldChg chg="modSp mod modClrScheme chgLayout">
        <pc:chgData name="Samuel Sunilkumar_ITC" userId="18258ebefdda1444" providerId="Windows Live" clId="Web-{1607C339-382D-2A8A-C91F-EFB87914DD20}" dt="2025-05-08T15:28:49.744" v="1"/>
        <pc:sldMkLst>
          <pc:docMk/>
          <pc:sldMk cId="2192626617" sldId="282"/>
        </pc:sldMkLst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2192626617" sldId="282"/>
            <ac:spMk id="2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2192626617" sldId="282"/>
            <ac:spMk id="4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2192626617" sldId="282"/>
            <ac:spMk id="5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2192626617" sldId="282"/>
            <ac:spMk id="6" creationId="{00000000-0000-0000-0000-000000000000}"/>
          </ac:spMkLst>
        </pc:spChg>
      </pc:sldChg>
      <pc:sldChg chg="modSp mod modClrScheme chgLayout">
        <pc:chgData name="Samuel Sunilkumar_ITC" userId="18258ebefdda1444" providerId="Windows Live" clId="Web-{1607C339-382D-2A8A-C91F-EFB87914DD20}" dt="2025-05-08T15:28:49.744" v="1"/>
        <pc:sldMkLst>
          <pc:docMk/>
          <pc:sldMk cId="303103843" sldId="283"/>
        </pc:sldMkLst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303103843" sldId="283"/>
            <ac:spMk id="2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303103843" sldId="283"/>
            <ac:spMk id="4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303103843" sldId="283"/>
            <ac:spMk id="5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303103843" sldId="283"/>
            <ac:spMk id="6" creationId="{00000000-0000-0000-0000-000000000000}"/>
          </ac:spMkLst>
        </pc:spChg>
      </pc:sldChg>
      <pc:sldChg chg="modSp mod modClrScheme chgLayout">
        <pc:chgData name="Samuel Sunilkumar_ITC" userId="18258ebefdda1444" providerId="Windows Live" clId="Web-{1607C339-382D-2A8A-C91F-EFB87914DD20}" dt="2025-05-08T15:28:49.744" v="1"/>
        <pc:sldMkLst>
          <pc:docMk/>
          <pc:sldMk cId="2217621319" sldId="284"/>
        </pc:sldMkLst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2217621319" sldId="284"/>
            <ac:spMk id="4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2217621319" sldId="284"/>
            <ac:spMk id="5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2217621319" sldId="284"/>
            <ac:spMk id="6" creationId="{00000000-0000-0000-0000-000000000000}"/>
          </ac:spMkLst>
        </pc:spChg>
      </pc:sldChg>
      <pc:sldChg chg="modSp mod modClrScheme chgLayout">
        <pc:chgData name="Samuel Sunilkumar_ITC" userId="18258ebefdda1444" providerId="Windows Live" clId="Web-{1607C339-382D-2A8A-C91F-EFB87914DD20}" dt="2025-05-08T15:28:49.744" v="1"/>
        <pc:sldMkLst>
          <pc:docMk/>
          <pc:sldMk cId="2759014145" sldId="285"/>
        </pc:sldMkLst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2759014145" sldId="285"/>
            <ac:spMk id="4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2759014145" sldId="285"/>
            <ac:spMk id="5" creationId="{00000000-0000-0000-0000-000000000000}"/>
          </ac:spMkLst>
        </pc:spChg>
        <pc:spChg chg="mod ord">
          <ac:chgData name="Samuel Sunilkumar_ITC" userId="18258ebefdda1444" providerId="Windows Live" clId="Web-{1607C339-382D-2A8A-C91F-EFB87914DD20}" dt="2025-05-08T15:28:49.744" v="1"/>
          <ac:spMkLst>
            <pc:docMk/>
            <pc:sldMk cId="2759014145" sldId="285"/>
            <ac:spMk id="6" creationId="{00000000-0000-0000-0000-000000000000}"/>
          </ac:spMkLst>
        </pc:spChg>
      </pc:sldChg>
      <pc:sldChg chg="addSp delSp modSp new mod setBg">
        <pc:chgData name="Samuel Sunilkumar_ITC" userId="18258ebefdda1444" providerId="Windows Live" clId="Web-{1607C339-382D-2A8A-C91F-EFB87914DD20}" dt="2025-05-08T15:43:39.868" v="149" actId="20577"/>
        <pc:sldMkLst>
          <pc:docMk/>
          <pc:sldMk cId="3223300781" sldId="286"/>
        </pc:sldMkLst>
        <pc:spChg chg="del">
          <ac:chgData name="Samuel Sunilkumar_ITC" userId="18258ebefdda1444" providerId="Windows Live" clId="Web-{1607C339-382D-2A8A-C91F-EFB87914DD20}" dt="2025-05-08T15:36:10.462" v="44"/>
          <ac:spMkLst>
            <pc:docMk/>
            <pc:sldMk cId="3223300781" sldId="286"/>
            <ac:spMk id="2" creationId="{888310CD-FBE3-C05B-AC98-641C7D336235}"/>
          </ac:spMkLst>
        </pc:spChg>
        <pc:spChg chg="del">
          <ac:chgData name="Samuel Sunilkumar_ITC" userId="18258ebefdda1444" providerId="Windows Live" clId="Web-{1607C339-382D-2A8A-C91F-EFB87914DD20}" dt="2025-05-08T15:36:15.603" v="45"/>
          <ac:spMkLst>
            <pc:docMk/>
            <pc:sldMk cId="3223300781" sldId="286"/>
            <ac:spMk id="3" creationId="{8823474E-D455-2798-7A75-D1A864CFFD20}"/>
          </ac:spMkLst>
        </pc:spChg>
        <pc:spChg chg="mod">
          <ac:chgData name="Samuel Sunilkumar_ITC" userId="18258ebefdda1444" providerId="Windows Live" clId="Web-{1607C339-382D-2A8A-C91F-EFB87914DD20}" dt="2025-05-08T15:37:18.261" v="52"/>
          <ac:spMkLst>
            <pc:docMk/>
            <pc:sldMk cId="3223300781" sldId="286"/>
            <ac:spMk id="4" creationId="{327D559B-070E-61C5-B0BB-8EAF9951EFBC}"/>
          </ac:spMkLst>
        </pc:spChg>
        <pc:spChg chg="mod">
          <ac:chgData name="Samuel Sunilkumar_ITC" userId="18258ebefdda1444" providerId="Windows Live" clId="Web-{1607C339-382D-2A8A-C91F-EFB87914DD20}" dt="2025-05-08T15:37:18.261" v="52"/>
          <ac:spMkLst>
            <pc:docMk/>
            <pc:sldMk cId="3223300781" sldId="286"/>
            <ac:spMk id="5" creationId="{8B04B1EE-67B7-0ADB-0CF6-45132D4F0079}"/>
          </ac:spMkLst>
        </pc:spChg>
        <pc:spChg chg="mod">
          <ac:chgData name="Samuel Sunilkumar_ITC" userId="18258ebefdda1444" providerId="Windows Live" clId="Web-{1607C339-382D-2A8A-C91F-EFB87914DD20}" dt="2025-05-08T15:37:18.261" v="52"/>
          <ac:spMkLst>
            <pc:docMk/>
            <pc:sldMk cId="3223300781" sldId="286"/>
            <ac:spMk id="6" creationId="{33E39E88-47F5-CF63-153F-68E79DD2DF00}"/>
          </ac:spMkLst>
        </pc:spChg>
        <pc:spChg chg="add mod ord">
          <ac:chgData name="Samuel Sunilkumar_ITC" userId="18258ebefdda1444" providerId="Windows Live" clId="Web-{1607C339-382D-2A8A-C91F-EFB87914DD20}" dt="2025-05-08T15:43:39.868" v="149" actId="20577"/>
          <ac:spMkLst>
            <pc:docMk/>
            <pc:sldMk cId="3223300781" sldId="286"/>
            <ac:spMk id="8" creationId="{58FC95DA-4FE5-BCA2-4D93-7142AA81FC3C}"/>
          </ac:spMkLst>
        </pc:spChg>
        <pc:spChg chg="add del">
          <ac:chgData name="Samuel Sunilkumar_ITC" userId="18258ebefdda1444" providerId="Windows Live" clId="Web-{1607C339-382D-2A8A-C91F-EFB87914DD20}" dt="2025-05-08T15:36:17.588" v="46"/>
          <ac:spMkLst>
            <pc:docMk/>
            <pc:sldMk cId="3223300781" sldId="286"/>
            <ac:spMk id="10" creationId="{4537B1B0-CD66-B01B-DA4A-74675A0E411A}"/>
          </ac:spMkLst>
        </pc:spChg>
        <pc:spChg chg="add del">
          <ac:chgData name="Samuel Sunilkumar_ITC" userId="18258ebefdda1444" providerId="Windows Live" clId="Web-{1607C339-382D-2A8A-C91F-EFB87914DD20}" dt="2025-05-08T15:38:14.857" v="59"/>
          <ac:spMkLst>
            <pc:docMk/>
            <pc:sldMk cId="3223300781" sldId="286"/>
            <ac:spMk id="13" creationId="{A81649D1-FC2E-05BA-B90E-7C53DEA0C2E8}"/>
          </ac:spMkLst>
        </pc:spChg>
        <pc:spChg chg="add del">
          <ac:chgData name="Samuel Sunilkumar_ITC" userId="18258ebefdda1444" providerId="Windows Live" clId="Web-{1607C339-382D-2A8A-C91F-EFB87914DD20}" dt="2025-05-08T15:38:14.857" v="59"/>
          <ac:spMkLst>
            <pc:docMk/>
            <pc:sldMk cId="3223300781" sldId="286"/>
            <ac:spMk id="14" creationId="{7177787D-0745-0CC4-C5D3-0F6EAF824BA6}"/>
          </ac:spMkLst>
        </pc:spChg>
        <pc:spChg chg="add del mod">
          <ac:chgData name="Samuel Sunilkumar_ITC" userId="18258ebefdda1444" providerId="Windows Live" clId="Web-{1607C339-382D-2A8A-C91F-EFB87914DD20}" dt="2025-05-08T15:42:58.538" v="137"/>
          <ac:spMkLst>
            <pc:docMk/>
            <pc:sldMk cId="3223300781" sldId="286"/>
            <ac:spMk id="15" creationId="{BA91B2DB-DEA5-8E4C-53E1-A0C014B8371B}"/>
          </ac:spMkLst>
        </pc:spChg>
        <pc:spChg chg="add">
          <ac:chgData name="Samuel Sunilkumar_ITC" userId="18258ebefdda1444" providerId="Windows Live" clId="Web-{1607C339-382D-2A8A-C91F-EFB87914DD20}" dt="2025-05-08T15:37:18.261" v="52"/>
          <ac:spMkLst>
            <pc:docMk/>
            <pc:sldMk cId="3223300781" sldId="286"/>
            <ac:spMk id="17" creationId="{77C59BEC-C4CC-4741-B975-08C543178D3D}"/>
          </ac:spMkLst>
        </pc:spChg>
        <pc:spChg chg="add">
          <ac:chgData name="Samuel Sunilkumar_ITC" userId="18258ebefdda1444" providerId="Windows Live" clId="Web-{1607C339-382D-2A8A-C91F-EFB87914DD20}" dt="2025-05-08T15:37:18.261" v="52"/>
          <ac:spMkLst>
            <pc:docMk/>
            <pc:sldMk cId="3223300781" sldId="286"/>
            <ac:spMk id="19" creationId="{72DEF309-605D-4117-9340-6D589B6C3A34}"/>
          </ac:spMkLst>
        </pc:spChg>
        <pc:spChg chg="add">
          <ac:chgData name="Samuel Sunilkumar_ITC" userId="18258ebefdda1444" providerId="Windows Live" clId="Web-{1607C339-382D-2A8A-C91F-EFB87914DD20}" dt="2025-05-08T15:37:18.261" v="52"/>
          <ac:spMkLst>
            <pc:docMk/>
            <pc:sldMk cId="3223300781" sldId="286"/>
            <ac:spMk id="21" creationId="{A7B99495-F43F-4D80-A44F-2CB4764EB90B}"/>
          </ac:spMkLst>
        </pc:spChg>
        <pc:graphicFrameChg chg="add del mod">
          <ac:chgData name="Samuel Sunilkumar_ITC" userId="18258ebefdda1444" providerId="Windows Live" clId="Web-{1607C339-382D-2A8A-C91F-EFB87914DD20}" dt="2025-05-08T15:41:06.128" v="95"/>
          <ac:graphicFrameMkLst>
            <pc:docMk/>
            <pc:sldMk cId="3223300781" sldId="286"/>
            <ac:graphicFrameMk id="12" creationId="{3EC82E56-9982-D77F-53F0-DDFB258178CE}"/>
          </ac:graphicFrameMkLst>
        </pc:graphicFrameChg>
        <pc:graphicFrameChg chg="add del mod">
          <ac:chgData name="Samuel Sunilkumar_ITC" userId="18258ebefdda1444" providerId="Windows Live" clId="Web-{1607C339-382D-2A8A-C91F-EFB87914DD20}" dt="2025-05-08T15:39:48.063" v="73"/>
          <ac:graphicFrameMkLst>
            <pc:docMk/>
            <pc:sldMk cId="3223300781" sldId="286"/>
            <ac:graphicFrameMk id="18" creationId="{64DE0695-977D-7400-B2DB-FBD41B31A095}"/>
          </ac:graphicFrameMkLst>
        </pc:graphicFrameChg>
      </pc:sldChg>
      <pc:sldMasterChg chg="del delSldLayout">
        <pc:chgData name="Samuel Sunilkumar_ITC" userId="18258ebefdda1444" providerId="Windows Live" clId="Web-{1607C339-382D-2A8A-C91F-EFB87914DD20}" dt="2025-05-08T15:27:57.508" v="0"/>
        <pc:sldMasterMkLst>
          <pc:docMk/>
          <pc:sldMasterMk cId="3041730570" sldId="2147483764"/>
        </pc:sldMasterMkLst>
        <pc:sldLayoutChg chg="del">
          <pc:chgData name="Samuel Sunilkumar_ITC" userId="18258ebefdda1444" providerId="Windows Live" clId="Web-{1607C339-382D-2A8A-C91F-EFB87914DD20}" dt="2025-05-08T15:27:57.508" v="0"/>
          <pc:sldLayoutMkLst>
            <pc:docMk/>
            <pc:sldMasterMk cId="3041730570" sldId="2147483764"/>
            <pc:sldLayoutMk cId="3868653240" sldId="2147483765"/>
          </pc:sldLayoutMkLst>
        </pc:sldLayoutChg>
        <pc:sldLayoutChg chg="del">
          <pc:chgData name="Samuel Sunilkumar_ITC" userId="18258ebefdda1444" providerId="Windows Live" clId="Web-{1607C339-382D-2A8A-C91F-EFB87914DD20}" dt="2025-05-08T15:27:57.508" v="0"/>
          <pc:sldLayoutMkLst>
            <pc:docMk/>
            <pc:sldMasterMk cId="3041730570" sldId="2147483764"/>
            <pc:sldLayoutMk cId="3520894816" sldId="2147483766"/>
          </pc:sldLayoutMkLst>
        </pc:sldLayoutChg>
        <pc:sldLayoutChg chg="del">
          <pc:chgData name="Samuel Sunilkumar_ITC" userId="18258ebefdda1444" providerId="Windows Live" clId="Web-{1607C339-382D-2A8A-C91F-EFB87914DD20}" dt="2025-05-08T15:27:57.508" v="0"/>
          <pc:sldLayoutMkLst>
            <pc:docMk/>
            <pc:sldMasterMk cId="3041730570" sldId="2147483764"/>
            <pc:sldLayoutMk cId="3049073849" sldId="2147483767"/>
          </pc:sldLayoutMkLst>
        </pc:sldLayoutChg>
        <pc:sldLayoutChg chg="del">
          <pc:chgData name="Samuel Sunilkumar_ITC" userId="18258ebefdda1444" providerId="Windows Live" clId="Web-{1607C339-382D-2A8A-C91F-EFB87914DD20}" dt="2025-05-08T15:27:57.508" v="0"/>
          <pc:sldLayoutMkLst>
            <pc:docMk/>
            <pc:sldMasterMk cId="3041730570" sldId="2147483764"/>
            <pc:sldLayoutMk cId="3930406339" sldId="2147483768"/>
          </pc:sldLayoutMkLst>
        </pc:sldLayoutChg>
        <pc:sldLayoutChg chg="del">
          <pc:chgData name="Samuel Sunilkumar_ITC" userId="18258ebefdda1444" providerId="Windows Live" clId="Web-{1607C339-382D-2A8A-C91F-EFB87914DD20}" dt="2025-05-08T15:27:57.508" v="0"/>
          <pc:sldLayoutMkLst>
            <pc:docMk/>
            <pc:sldMasterMk cId="3041730570" sldId="2147483764"/>
            <pc:sldLayoutMk cId="1910866712" sldId="2147483769"/>
          </pc:sldLayoutMkLst>
        </pc:sldLayoutChg>
        <pc:sldLayoutChg chg="del">
          <pc:chgData name="Samuel Sunilkumar_ITC" userId="18258ebefdda1444" providerId="Windows Live" clId="Web-{1607C339-382D-2A8A-C91F-EFB87914DD20}" dt="2025-05-08T15:27:57.508" v="0"/>
          <pc:sldLayoutMkLst>
            <pc:docMk/>
            <pc:sldMasterMk cId="3041730570" sldId="2147483764"/>
            <pc:sldLayoutMk cId="2416658197" sldId="2147483770"/>
          </pc:sldLayoutMkLst>
        </pc:sldLayoutChg>
        <pc:sldLayoutChg chg="del">
          <pc:chgData name="Samuel Sunilkumar_ITC" userId="18258ebefdda1444" providerId="Windows Live" clId="Web-{1607C339-382D-2A8A-C91F-EFB87914DD20}" dt="2025-05-08T15:27:57.508" v="0"/>
          <pc:sldLayoutMkLst>
            <pc:docMk/>
            <pc:sldMasterMk cId="3041730570" sldId="2147483764"/>
            <pc:sldLayoutMk cId="3217958533" sldId="2147483771"/>
          </pc:sldLayoutMkLst>
        </pc:sldLayoutChg>
        <pc:sldLayoutChg chg="del">
          <pc:chgData name="Samuel Sunilkumar_ITC" userId="18258ebefdda1444" providerId="Windows Live" clId="Web-{1607C339-382D-2A8A-C91F-EFB87914DD20}" dt="2025-05-08T15:27:57.508" v="0"/>
          <pc:sldLayoutMkLst>
            <pc:docMk/>
            <pc:sldMasterMk cId="3041730570" sldId="2147483764"/>
            <pc:sldLayoutMk cId="1556108575" sldId="2147483772"/>
          </pc:sldLayoutMkLst>
        </pc:sldLayoutChg>
        <pc:sldLayoutChg chg="del">
          <pc:chgData name="Samuel Sunilkumar_ITC" userId="18258ebefdda1444" providerId="Windows Live" clId="Web-{1607C339-382D-2A8A-C91F-EFB87914DD20}" dt="2025-05-08T15:27:57.508" v="0"/>
          <pc:sldLayoutMkLst>
            <pc:docMk/>
            <pc:sldMasterMk cId="3041730570" sldId="2147483764"/>
            <pc:sldLayoutMk cId="547478633" sldId="2147483773"/>
          </pc:sldLayoutMkLst>
        </pc:sldLayoutChg>
        <pc:sldLayoutChg chg="del">
          <pc:chgData name="Samuel Sunilkumar_ITC" userId="18258ebefdda1444" providerId="Windows Live" clId="Web-{1607C339-382D-2A8A-C91F-EFB87914DD20}" dt="2025-05-08T15:27:57.508" v="0"/>
          <pc:sldLayoutMkLst>
            <pc:docMk/>
            <pc:sldMasterMk cId="3041730570" sldId="2147483764"/>
            <pc:sldLayoutMk cId="1849673980" sldId="2147483774"/>
          </pc:sldLayoutMkLst>
        </pc:sldLayoutChg>
        <pc:sldLayoutChg chg="del">
          <pc:chgData name="Samuel Sunilkumar_ITC" userId="18258ebefdda1444" providerId="Windows Live" clId="Web-{1607C339-382D-2A8A-C91F-EFB87914DD20}" dt="2025-05-08T15:27:57.508" v="0"/>
          <pc:sldLayoutMkLst>
            <pc:docMk/>
            <pc:sldMasterMk cId="3041730570" sldId="2147483764"/>
            <pc:sldLayoutMk cId="462291718" sldId="2147483775"/>
          </pc:sldLayoutMkLst>
        </pc:sldLayoutChg>
        <pc:sldLayoutChg chg="del">
          <pc:chgData name="Samuel Sunilkumar_ITC" userId="18258ebefdda1444" providerId="Windows Live" clId="Web-{1607C339-382D-2A8A-C91F-EFB87914DD20}" dt="2025-05-08T15:27:57.508" v="0"/>
          <pc:sldLayoutMkLst>
            <pc:docMk/>
            <pc:sldMasterMk cId="3041730570" sldId="2147483764"/>
            <pc:sldLayoutMk cId="611104682" sldId="2147483776"/>
          </pc:sldLayoutMkLst>
        </pc:sldLayoutChg>
        <pc:sldLayoutChg chg="del">
          <pc:chgData name="Samuel Sunilkumar_ITC" userId="18258ebefdda1444" providerId="Windows Live" clId="Web-{1607C339-382D-2A8A-C91F-EFB87914DD20}" dt="2025-05-08T15:27:57.508" v="0"/>
          <pc:sldLayoutMkLst>
            <pc:docMk/>
            <pc:sldMasterMk cId="3041730570" sldId="2147483764"/>
            <pc:sldLayoutMk cId="3368890035" sldId="2147483777"/>
          </pc:sldLayoutMkLst>
        </pc:sldLayoutChg>
      </pc:sldMasterChg>
      <pc:sldMasterChg chg="add del addSldLayout delSldLayout modSldLayout">
        <pc:chgData name="Samuel Sunilkumar_ITC" userId="18258ebefdda1444" providerId="Windows Live" clId="Web-{1607C339-382D-2A8A-C91F-EFB87914DD20}" dt="2025-05-08T15:28:49.744" v="1"/>
        <pc:sldMasterMkLst>
          <pc:docMk/>
          <pc:sldMasterMk cId="4056192938" sldId="2147483778"/>
        </pc:sldMasterMkLst>
        <pc:sldLayoutChg chg="add del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4056192938" sldId="2147483778"/>
            <pc:sldLayoutMk cId="173490764" sldId="2147483779"/>
          </pc:sldLayoutMkLst>
        </pc:sldLayoutChg>
        <pc:sldLayoutChg chg="add del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4056192938" sldId="2147483778"/>
            <pc:sldLayoutMk cId="176533192" sldId="2147483780"/>
          </pc:sldLayoutMkLst>
        </pc:sldLayoutChg>
        <pc:sldLayoutChg chg="add del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4056192938" sldId="2147483778"/>
            <pc:sldLayoutMk cId="1824089167" sldId="2147483781"/>
          </pc:sldLayoutMkLst>
        </pc:sldLayoutChg>
        <pc:sldLayoutChg chg="add del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4056192938" sldId="2147483778"/>
            <pc:sldLayoutMk cId="1413446696" sldId="2147483782"/>
          </pc:sldLayoutMkLst>
        </pc:sldLayoutChg>
        <pc:sldLayoutChg chg="add del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4056192938" sldId="2147483778"/>
            <pc:sldLayoutMk cId="1877636129" sldId="2147483783"/>
          </pc:sldLayoutMkLst>
        </pc:sldLayoutChg>
        <pc:sldLayoutChg chg="add del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4056192938" sldId="2147483778"/>
            <pc:sldLayoutMk cId="1031724673" sldId="2147483784"/>
          </pc:sldLayoutMkLst>
        </pc:sldLayoutChg>
        <pc:sldLayoutChg chg="add del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4056192938" sldId="2147483778"/>
            <pc:sldLayoutMk cId="2376055540" sldId="2147483785"/>
          </pc:sldLayoutMkLst>
        </pc:sldLayoutChg>
        <pc:sldLayoutChg chg="add del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4056192938" sldId="2147483778"/>
            <pc:sldLayoutMk cId="3171574687" sldId="2147483786"/>
          </pc:sldLayoutMkLst>
        </pc:sldLayoutChg>
        <pc:sldLayoutChg chg="add del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4056192938" sldId="2147483778"/>
            <pc:sldLayoutMk cId="1866518709" sldId="2147483787"/>
          </pc:sldLayoutMkLst>
        </pc:sldLayoutChg>
        <pc:sldLayoutChg chg="add del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4056192938" sldId="2147483778"/>
            <pc:sldLayoutMk cId="3080303273" sldId="2147483788"/>
          </pc:sldLayoutMkLst>
        </pc:sldLayoutChg>
        <pc:sldLayoutChg chg="add del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4056192938" sldId="2147483778"/>
            <pc:sldLayoutMk cId="960130946" sldId="2147483789"/>
          </pc:sldLayoutMkLst>
        </pc:sldLayoutChg>
        <pc:sldLayoutChg chg="add del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4056192938" sldId="2147483778"/>
            <pc:sldLayoutMk cId="3376453820" sldId="2147483790"/>
          </pc:sldLayoutMkLst>
        </pc:sldLayoutChg>
        <pc:sldLayoutChg chg="add del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4056192938" sldId="2147483778"/>
            <pc:sldLayoutMk cId="2787960689" sldId="2147483791"/>
          </pc:sldLayoutMkLst>
        </pc:sldLayoutChg>
      </pc:sldMasterChg>
      <pc:sldMasterChg chg="add addSldLayout modSldLayout">
        <pc:chgData name="Samuel Sunilkumar_ITC" userId="18258ebefdda1444" providerId="Windows Live" clId="Web-{1607C339-382D-2A8A-C91F-EFB87914DD20}" dt="2025-05-08T15:28:49.744" v="1"/>
        <pc:sldMasterMkLst>
          <pc:docMk/>
          <pc:sldMasterMk cId="3331302164" sldId="2147483792"/>
        </pc:sldMasterMkLst>
        <pc:sldLayoutChg chg="add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3331302164" sldId="2147483792"/>
            <pc:sldLayoutMk cId="505792664" sldId="2147483793"/>
          </pc:sldLayoutMkLst>
        </pc:sldLayoutChg>
        <pc:sldLayoutChg chg="add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3331302164" sldId="2147483792"/>
            <pc:sldLayoutMk cId="2764021107" sldId="2147483794"/>
          </pc:sldLayoutMkLst>
        </pc:sldLayoutChg>
        <pc:sldLayoutChg chg="add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3331302164" sldId="2147483792"/>
            <pc:sldLayoutMk cId="2088261515" sldId="2147483795"/>
          </pc:sldLayoutMkLst>
        </pc:sldLayoutChg>
        <pc:sldLayoutChg chg="add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3331302164" sldId="2147483792"/>
            <pc:sldLayoutMk cId="3097841732" sldId="2147483796"/>
          </pc:sldLayoutMkLst>
        </pc:sldLayoutChg>
        <pc:sldLayoutChg chg="add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3331302164" sldId="2147483792"/>
            <pc:sldLayoutMk cId="1258171656" sldId="2147483797"/>
          </pc:sldLayoutMkLst>
        </pc:sldLayoutChg>
        <pc:sldLayoutChg chg="add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3331302164" sldId="2147483792"/>
            <pc:sldLayoutMk cId="3412083240" sldId="2147483798"/>
          </pc:sldLayoutMkLst>
        </pc:sldLayoutChg>
        <pc:sldLayoutChg chg="add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3331302164" sldId="2147483792"/>
            <pc:sldLayoutMk cId="904401070" sldId="2147483799"/>
          </pc:sldLayoutMkLst>
        </pc:sldLayoutChg>
        <pc:sldLayoutChg chg="add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3331302164" sldId="2147483792"/>
            <pc:sldLayoutMk cId="2690032589" sldId="2147483800"/>
          </pc:sldLayoutMkLst>
        </pc:sldLayoutChg>
        <pc:sldLayoutChg chg="add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3331302164" sldId="2147483792"/>
            <pc:sldLayoutMk cId="1158947941" sldId="2147483801"/>
          </pc:sldLayoutMkLst>
        </pc:sldLayoutChg>
        <pc:sldLayoutChg chg="add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3331302164" sldId="2147483792"/>
            <pc:sldLayoutMk cId="691738015" sldId="2147483802"/>
          </pc:sldLayoutMkLst>
        </pc:sldLayoutChg>
        <pc:sldLayoutChg chg="add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3331302164" sldId="2147483792"/>
            <pc:sldLayoutMk cId="1145487611" sldId="2147483803"/>
          </pc:sldLayoutMkLst>
        </pc:sldLayoutChg>
        <pc:sldLayoutChg chg="add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3331302164" sldId="2147483792"/>
            <pc:sldLayoutMk cId="1180828515" sldId="2147483804"/>
          </pc:sldLayoutMkLst>
        </pc:sldLayoutChg>
        <pc:sldLayoutChg chg="add mod replId">
          <pc:chgData name="Samuel Sunilkumar_ITC" userId="18258ebefdda1444" providerId="Windows Live" clId="Web-{1607C339-382D-2A8A-C91F-EFB87914DD20}" dt="2025-05-08T15:28:49.744" v="1"/>
          <pc:sldLayoutMkLst>
            <pc:docMk/>
            <pc:sldMasterMk cId="3331302164" sldId="2147483792"/>
            <pc:sldLayoutMk cId="1135865933" sldId="2147483805"/>
          </pc:sldLayoutMkLst>
        </pc:sldLayoutChg>
      </pc:sldMasterChg>
    </pc:docChg>
  </pc:docChgLst>
  <pc:docChgLst>
    <pc:chgData name="Samuel Sunilkumar_ITC" userId="18258ebefdda1444" providerId="Windows Live" clId="Web-{3122B807-76B3-069C-7FC8-CDF18A71BAB2}"/>
    <pc:docChg chg="addSld delSld modSld sldOrd">
      <pc:chgData name="Samuel Sunilkumar_ITC" userId="18258ebefdda1444" providerId="Windows Live" clId="Web-{3122B807-76B3-069C-7FC8-CDF18A71BAB2}" dt="2025-05-08T16:05:40.084" v="206"/>
      <pc:docMkLst>
        <pc:docMk/>
      </pc:docMkLst>
      <pc:sldChg chg="addSp delSp modSp mod setBg">
        <pc:chgData name="Samuel Sunilkumar_ITC" userId="18258ebefdda1444" providerId="Windows Live" clId="Web-{3122B807-76B3-069C-7FC8-CDF18A71BAB2}" dt="2025-05-08T15:52:32.399" v="107"/>
        <pc:sldMkLst>
          <pc:docMk/>
          <pc:sldMk cId="3724026657" sldId="266"/>
        </pc:sldMkLst>
        <pc:spChg chg="del">
          <ac:chgData name="Samuel Sunilkumar_ITC" userId="18258ebefdda1444" providerId="Windows Live" clId="Web-{3122B807-76B3-069C-7FC8-CDF18A71BAB2}" dt="2025-05-08T15:50:27.348" v="32"/>
          <ac:spMkLst>
            <pc:docMk/>
            <pc:sldMk cId="3724026657" sldId="266"/>
            <ac:spMk id="2" creationId="{907E84B5-B13B-B5EE-1B92-629F3420E108}"/>
          </ac:spMkLst>
        </pc:spChg>
        <pc:spChg chg="add">
          <ac:chgData name="Samuel Sunilkumar_ITC" userId="18258ebefdda1444" providerId="Windows Live" clId="Web-{3122B807-76B3-069C-7FC8-CDF18A71BAB2}" dt="2025-05-08T15:50:41.911" v="33"/>
          <ac:spMkLst>
            <pc:docMk/>
            <pc:sldMk cId="3724026657" sldId="266"/>
            <ac:spMk id="11" creationId="{2D2B266D-3625-4584-A5C3-7D3F672CFF30}"/>
          </ac:spMkLst>
        </pc:spChg>
        <pc:spChg chg="add">
          <ac:chgData name="Samuel Sunilkumar_ITC" userId="18258ebefdda1444" providerId="Windows Live" clId="Web-{3122B807-76B3-069C-7FC8-CDF18A71BAB2}" dt="2025-05-08T15:50:41.911" v="33"/>
          <ac:spMkLst>
            <pc:docMk/>
            <pc:sldMk cId="3724026657" sldId="266"/>
            <ac:spMk id="13" creationId="{C463B99A-73EE-4FBB-B7C4-F9F9BCC25C65}"/>
          </ac:spMkLst>
        </pc:spChg>
        <pc:spChg chg="add">
          <ac:chgData name="Samuel Sunilkumar_ITC" userId="18258ebefdda1444" providerId="Windows Live" clId="Web-{3122B807-76B3-069C-7FC8-CDF18A71BAB2}" dt="2025-05-08T15:50:41.911" v="33"/>
          <ac:spMkLst>
            <pc:docMk/>
            <pc:sldMk cId="3724026657" sldId="266"/>
            <ac:spMk id="15" creationId="{A5D2A5D1-BA0D-47D3-B051-DA7743C46E28}"/>
          </ac:spMkLst>
        </pc:spChg>
        <pc:graphicFrameChg chg="mod modGraphic">
          <ac:chgData name="Samuel Sunilkumar_ITC" userId="18258ebefdda1444" providerId="Windows Live" clId="Web-{3122B807-76B3-069C-7FC8-CDF18A71BAB2}" dt="2025-05-08T15:52:32.399" v="107"/>
          <ac:graphicFrameMkLst>
            <pc:docMk/>
            <pc:sldMk cId="3724026657" sldId="266"/>
            <ac:graphicFrameMk id="6" creationId="{00000000-0000-0000-0000-000000000000}"/>
          </ac:graphicFrameMkLst>
        </pc:graphicFrameChg>
      </pc:sldChg>
      <pc:sldChg chg="addSp modSp mod setBg">
        <pc:chgData name="Samuel Sunilkumar_ITC" userId="18258ebefdda1444" providerId="Windows Live" clId="Web-{3122B807-76B3-069C-7FC8-CDF18A71BAB2}" dt="2025-05-08T15:53:31.182" v="108"/>
        <pc:sldMkLst>
          <pc:docMk/>
          <pc:sldMk cId="2891774906" sldId="267"/>
        </pc:sldMkLst>
        <pc:spChg chg="mod">
          <ac:chgData name="Samuel Sunilkumar_ITC" userId="18258ebefdda1444" providerId="Windows Live" clId="Web-{3122B807-76B3-069C-7FC8-CDF18A71BAB2}" dt="2025-05-08T15:53:31.182" v="108"/>
          <ac:spMkLst>
            <pc:docMk/>
            <pc:sldMk cId="2891774906" sldId="267"/>
            <ac:spMk id="62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5:53:31.182" v="108"/>
          <ac:spMkLst>
            <pc:docMk/>
            <pc:sldMk cId="2891774906" sldId="267"/>
            <ac:spMk id="63" creationId="{00000000-0000-0000-0000-000000000000}"/>
          </ac:spMkLst>
        </pc:spChg>
        <pc:spChg chg="add">
          <ac:chgData name="Samuel Sunilkumar_ITC" userId="18258ebefdda1444" providerId="Windows Live" clId="Web-{3122B807-76B3-069C-7FC8-CDF18A71BAB2}" dt="2025-05-08T15:53:31.182" v="108"/>
          <ac:spMkLst>
            <pc:docMk/>
            <pc:sldMk cId="2891774906" sldId="267"/>
            <ac:spMk id="69" creationId="{9B7AD9F6-8CE7-4299-8FC6-328F4DCD3FF9}"/>
          </ac:spMkLst>
        </pc:spChg>
        <pc:spChg chg="add">
          <ac:chgData name="Samuel Sunilkumar_ITC" userId="18258ebefdda1444" providerId="Windows Live" clId="Web-{3122B807-76B3-069C-7FC8-CDF18A71BAB2}" dt="2025-05-08T15:53:31.182" v="108"/>
          <ac:spMkLst>
            <pc:docMk/>
            <pc:sldMk cId="2891774906" sldId="267"/>
            <ac:spMk id="71" creationId="{F49775AF-8896-43EE-92C6-83497D6DC56F}"/>
          </ac:spMkLst>
        </pc:spChg>
        <pc:picChg chg="mod">
          <ac:chgData name="Samuel Sunilkumar_ITC" userId="18258ebefdda1444" providerId="Windows Live" clId="Web-{3122B807-76B3-069C-7FC8-CDF18A71BAB2}" dt="2025-05-08T15:53:31.182" v="108"/>
          <ac:picMkLst>
            <pc:docMk/>
            <pc:sldMk cId="2891774906" sldId="267"/>
            <ac:picMk id="64" creationId="{00000000-0000-0000-0000-000000000000}"/>
          </ac:picMkLst>
        </pc:picChg>
      </pc:sldChg>
      <pc:sldChg chg="addSp modSp mod setBg">
        <pc:chgData name="Samuel Sunilkumar_ITC" userId="18258ebefdda1444" providerId="Windows Live" clId="Web-{3122B807-76B3-069C-7FC8-CDF18A71BAB2}" dt="2025-05-08T15:50:11.894" v="31"/>
        <pc:sldMkLst>
          <pc:docMk/>
          <pc:sldMk cId="1693360432" sldId="272"/>
        </pc:sldMkLst>
        <pc:spChg chg="mod">
          <ac:chgData name="Samuel Sunilkumar_ITC" userId="18258ebefdda1444" providerId="Windows Live" clId="Web-{3122B807-76B3-069C-7FC8-CDF18A71BAB2}" dt="2025-05-08T15:50:11.894" v="31"/>
          <ac:spMkLst>
            <pc:docMk/>
            <pc:sldMk cId="1693360432" sldId="272"/>
            <ac:spMk id="5" creationId="{C8BDD352-DD5C-B2AC-D8E9-A08DB8A5D4D0}"/>
          </ac:spMkLst>
        </pc:spChg>
        <pc:spChg chg="add">
          <ac:chgData name="Samuel Sunilkumar_ITC" userId="18258ebefdda1444" providerId="Windows Live" clId="Web-{3122B807-76B3-069C-7FC8-CDF18A71BAB2}" dt="2025-05-08T15:50:11.894" v="31"/>
          <ac:spMkLst>
            <pc:docMk/>
            <pc:sldMk cId="1693360432" sldId="272"/>
            <ac:spMk id="10" creationId="{4E1BEB12-92AF-4445-98AD-4C7756E7C93B}"/>
          </ac:spMkLst>
        </pc:spChg>
        <pc:spChg chg="add">
          <ac:chgData name="Samuel Sunilkumar_ITC" userId="18258ebefdda1444" providerId="Windows Live" clId="Web-{3122B807-76B3-069C-7FC8-CDF18A71BAB2}" dt="2025-05-08T15:50:11.894" v="31"/>
          <ac:spMkLst>
            <pc:docMk/>
            <pc:sldMk cId="1693360432" sldId="272"/>
            <ac:spMk id="12" creationId="{D0522C2C-7B5C-48A7-A969-03941E5D2E76}"/>
          </ac:spMkLst>
        </pc:spChg>
        <pc:spChg chg="add">
          <ac:chgData name="Samuel Sunilkumar_ITC" userId="18258ebefdda1444" providerId="Windows Live" clId="Web-{3122B807-76B3-069C-7FC8-CDF18A71BAB2}" dt="2025-05-08T15:50:11.894" v="31"/>
          <ac:spMkLst>
            <pc:docMk/>
            <pc:sldMk cId="1693360432" sldId="272"/>
            <ac:spMk id="14" creationId="{9C682A1A-5B2D-4111-BBD6-620165633E5B}"/>
          </ac:spMkLst>
        </pc:spChg>
        <pc:spChg chg="add">
          <ac:chgData name="Samuel Sunilkumar_ITC" userId="18258ebefdda1444" providerId="Windows Live" clId="Web-{3122B807-76B3-069C-7FC8-CDF18A71BAB2}" dt="2025-05-08T15:50:11.894" v="31"/>
          <ac:spMkLst>
            <pc:docMk/>
            <pc:sldMk cId="1693360432" sldId="272"/>
            <ac:spMk id="16" creationId="{D6EE29F2-D77F-4BD0-A20B-334D316A1C9D}"/>
          </ac:spMkLst>
        </pc:spChg>
        <pc:spChg chg="add">
          <ac:chgData name="Samuel Sunilkumar_ITC" userId="18258ebefdda1444" providerId="Windows Live" clId="Web-{3122B807-76B3-069C-7FC8-CDF18A71BAB2}" dt="2025-05-08T15:50:11.894" v="31"/>
          <ac:spMkLst>
            <pc:docMk/>
            <pc:sldMk cId="1693360432" sldId="272"/>
            <ac:spMk id="18" creationId="{22D09ED2-868F-42C6-866E-F92E0CEF314F}"/>
          </ac:spMkLst>
        </pc:spChg>
      </pc:sldChg>
      <pc:sldChg chg="addSp delSp modSp mod setBg">
        <pc:chgData name="Samuel Sunilkumar_ITC" userId="18258ebefdda1444" providerId="Windows Live" clId="Web-{3122B807-76B3-069C-7FC8-CDF18A71BAB2}" dt="2025-05-08T15:49:46.924" v="30" actId="20577"/>
        <pc:sldMkLst>
          <pc:docMk/>
          <pc:sldMk cId="4109411213" sldId="273"/>
        </pc:sldMkLst>
        <pc:spChg chg="mod ord">
          <ac:chgData name="Samuel Sunilkumar_ITC" userId="18258ebefdda1444" providerId="Windows Live" clId="Web-{3122B807-76B3-069C-7FC8-CDF18A71BAB2}" dt="2025-05-08T15:49:34.596" v="28"/>
          <ac:spMkLst>
            <pc:docMk/>
            <pc:sldMk cId="4109411213" sldId="273"/>
            <ac:spMk id="5" creationId="{2A43FF5E-011A-91E0-C374-F1829ED9E007}"/>
          </ac:spMkLst>
        </pc:spChg>
        <pc:spChg chg="mod ord">
          <ac:chgData name="Samuel Sunilkumar_ITC" userId="18258ebefdda1444" providerId="Windows Live" clId="Web-{3122B807-76B3-069C-7FC8-CDF18A71BAB2}" dt="2025-05-08T15:49:34.596" v="28"/>
          <ac:spMkLst>
            <pc:docMk/>
            <pc:sldMk cId="4109411213" sldId="273"/>
            <ac:spMk id="6" creationId="{ADFC7DFA-5176-A18E-9221-188C09B946E8}"/>
          </ac:spMkLst>
        </pc:spChg>
        <pc:spChg chg="mod">
          <ac:chgData name="Samuel Sunilkumar_ITC" userId="18258ebefdda1444" providerId="Windows Live" clId="Web-{3122B807-76B3-069C-7FC8-CDF18A71BAB2}" dt="2025-05-08T15:49:34.596" v="28"/>
          <ac:spMkLst>
            <pc:docMk/>
            <pc:sldMk cId="4109411213" sldId="273"/>
            <ac:spMk id="7" creationId="{0065ED56-367C-97FE-07CE-6BC3BC1C5924}"/>
          </ac:spMkLst>
        </pc:spChg>
        <pc:spChg chg="mod">
          <ac:chgData name="Samuel Sunilkumar_ITC" userId="18258ebefdda1444" providerId="Windows Live" clId="Web-{3122B807-76B3-069C-7FC8-CDF18A71BAB2}" dt="2025-05-08T15:49:46.924" v="30" actId="20577"/>
          <ac:spMkLst>
            <pc:docMk/>
            <pc:sldMk cId="4109411213" sldId="273"/>
            <ac:spMk id="8" creationId="{C11DDF81-8D06-F2C3-EE00-455CB8330FBC}"/>
          </ac:spMkLst>
        </pc:spChg>
        <pc:spChg chg="add del">
          <ac:chgData name="Samuel Sunilkumar_ITC" userId="18258ebefdda1444" providerId="Windows Live" clId="Web-{3122B807-76B3-069C-7FC8-CDF18A71BAB2}" dt="2025-05-08T15:49:34.564" v="27"/>
          <ac:spMkLst>
            <pc:docMk/>
            <pc:sldMk cId="4109411213" sldId="273"/>
            <ac:spMk id="14" creationId="{7B831B6F-405A-4B47-B9BB-5CA88F285844}"/>
          </ac:spMkLst>
        </pc:spChg>
        <pc:spChg chg="add del">
          <ac:chgData name="Samuel Sunilkumar_ITC" userId="18258ebefdda1444" providerId="Windows Live" clId="Web-{3122B807-76B3-069C-7FC8-CDF18A71BAB2}" dt="2025-05-08T15:49:34.564" v="27"/>
          <ac:spMkLst>
            <pc:docMk/>
            <pc:sldMk cId="4109411213" sldId="273"/>
            <ac:spMk id="16" creationId="{15109354-9C5D-4F8C-B0E6-D1043C7BF20A}"/>
          </ac:spMkLst>
        </pc:spChg>
        <pc:spChg chg="add del">
          <ac:chgData name="Samuel Sunilkumar_ITC" userId="18258ebefdda1444" providerId="Windows Live" clId="Web-{3122B807-76B3-069C-7FC8-CDF18A71BAB2}" dt="2025-05-08T15:49:34.564" v="27"/>
          <ac:spMkLst>
            <pc:docMk/>
            <pc:sldMk cId="4109411213" sldId="273"/>
            <ac:spMk id="18" creationId="{49B530FE-A87D-41A0-A920-ADC6539EAA44}"/>
          </ac:spMkLst>
        </pc:spChg>
        <pc:spChg chg="add">
          <ac:chgData name="Samuel Sunilkumar_ITC" userId="18258ebefdda1444" providerId="Windows Live" clId="Web-{3122B807-76B3-069C-7FC8-CDF18A71BAB2}" dt="2025-05-08T15:49:34.596" v="28"/>
          <ac:spMkLst>
            <pc:docMk/>
            <pc:sldMk cId="4109411213" sldId="273"/>
            <ac:spMk id="20" creationId="{DABE3E45-88CF-45D8-8D40-C773324D93F6}"/>
          </ac:spMkLst>
        </pc:spChg>
        <pc:spChg chg="add">
          <ac:chgData name="Samuel Sunilkumar_ITC" userId="18258ebefdda1444" providerId="Windows Live" clId="Web-{3122B807-76B3-069C-7FC8-CDF18A71BAB2}" dt="2025-05-08T15:49:34.596" v="28"/>
          <ac:spMkLst>
            <pc:docMk/>
            <pc:sldMk cId="4109411213" sldId="273"/>
            <ac:spMk id="21" creationId="{1CD81A2A-6ED4-4EF4-A14C-912D31E14800}"/>
          </ac:spMkLst>
        </pc:spChg>
        <pc:spChg chg="add">
          <ac:chgData name="Samuel Sunilkumar_ITC" userId="18258ebefdda1444" providerId="Windows Live" clId="Web-{3122B807-76B3-069C-7FC8-CDF18A71BAB2}" dt="2025-05-08T15:49:34.596" v="28"/>
          <ac:spMkLst>
            <pc:docMk/>
            <pc:sldMk cId="4109411213" sldId="273"/>
            <ac:spMk id="23" creationId="{1661932C-CA15-4E17-B115-FAE7CBEE4789}"/>
          </ac:spMkLst>
        </pc:spChg>
        <pc:spChg chg="add">
          <ac:chgData name="Samuel Sunilkumar_ITC" userId="18258ebefdda1444" providerId="Windows Live" clId="Web-{3122B807-76B3-069C-7FC8-CDF18A71BAB2}" dt="2025-05-08T15:49:34.596" v="28"/>
          <ac:spMkLst>
            <pc:docMk/>
            <pc:sldMk cId="4109411213" sldId="273"/>
            <ac:spMk id="24" creationId="{B91ECDA9-56DC-4270-8F33-01C5637B8CEB}"/>
          </ac:spMkLst>
        </pc:spChg>
        <pc:spChg chg="add">
          <ac:chgData name="Samuel Sunilkumar_ITC" userId="18258ebefdda1444" providerId="Windows Live" clId="Web-{3122B807-76B3-069C-7FC8-CDF18A71BAB2}" dt="2025-05-08T15:49:34.596" v="28"/>
          <ac:spMkLst>
            <pc:docMk/>
            <pc:sldMk cId="4109411213" sldId="273"/>
            <ac:spMk id="25" creationId="{8590ADD5-9383-4D3D-9047-3DA2593CCB5D}"/>
          </ac:spMkLst>
        </pc:spChg>
        <pc:spChg chg="add">
          <ac:chgData name="Samuel Sunilkumar_ITC" userId="18258ebefdda1444" providerId="Windows Live" clId="Web-{3122B807-76B3-069C-7FC8-CDF18A71BAB2}" dt="2025-05-08T15:49:34.596" v="28"/>
          <ac:spMkLst>
            <pc:docMk/>
            <pc:sldMk cId="4109411213" sldId="273"/>
            <ac:spMk id="28" creationId="{FEC9DA3E-C1D7-472D-B7C0-F71AE41FBA23}"/>
          </ac:spMkLst>
        </pc:spChg>
        <pc:picChg chg="mod ord">
          <ac:chgData name="Samuel Sunilkumar_ITC" userId="18258ebefdda1444" providerId="Windows Live" clId="Web-{3122B807-76B3-069C-7FC8-CDF18A71BAB2}" dt="2025-05-08T15:49:34.564" v="27"/>
          <ac:picMkLst>
            <pc:docMk/>
            <pc:sldMk cId="4109411213" sldId="273"/>
            <ac:picMk id="9" creationId="{1C8365DB-CC1C-D39E-0B64-5DD72FF47AB0}"/>
          </ac:picMkLst>
        </pc:picChg>
      </pc:sldChg>
      <pc:sldChg chg="addSp modSp mod setBg">
        <pc:chgData name="Samuel Sunilkumar_ITC" userId="18258ebefdda1444" providerId="Windows Live" clId="Web-{3122B807-76B3-069C-7FC8-CDF18A71BAB2}" dt="2025-05-08T15:53:56.730" v="109"/>
        <pc:sldMkLst>
          <pc:docMk/>
          <pc:sldMk cId="444731357" sldId="276"/>
        </pc:sldMkLst>
        <pc:spChg chg="mod">
          <ac:chgData name="Samuel Sunilkumar_ITC" userId="18258ebefdda1444" providerId="Windows Live" clId="Web-{3122B807-76B3-069C-7FC8-CDF18A71BAB2}" dt="2025-05-08T15:53:56.730" v="109"/>
          <ac:spMkLst>
            <pc:docMk/>
            <pc:sldMk cId="444731357" sldId="276"/>
            <ac:spMk id="4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5:53:56.730" v="109"/>
          <ac:spMkLst>
            <pc:docMk/>
            <pc:sldMk cId="444731357" sldId="276"/>
            <ac:spMk id="5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5:53:56.730" v="109"/>
          <ac:spMkLst>
            <pc:docMk/>
            <pc:sldMk cId="444731357" sldId="276"/>
            <ac:spMk id="6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5:53:56.730" v="109"/>
          <ac:spMkLst>
            <pc:docMk/>
            <pc:sldMk cId="444731357" sldId="276"/>
            <ac:spMk id="7" creationId="{A3B3024C-1EBF-F6E8-2DEB-F67127AC9308}"/>
          </ac:spMkLst>
        </pc:spChg>
        <pc:spChg chg="add">
          <ac:chgData name="Samuel Sunilkumar_ITC" userId="18258ebefdda1444" providerId="Windows Live" clId="Web-{3122B807-76B3-069C-7FC8-CDF18A71BAB2}" dt="2025-05-08T15:53:56.730" v="109"/>
          <ac:spMkLst>
            <pc:docMk/>
            <pc:sldMk cId="444731357" sldId="276"/>
            <ac:spMk id="12" creationId="{289ED1AA-8684-4D37-B208-8777E1A7780D}"/>
          </ac:spMkLst>
        </pc:spChg>
        <pc:spChg chg="add">
          <ac:chgData name="Samuel Sunilkumar_ITC" userId="18258ebefdda1444" providerId="Windows Live" clId="Web-{3122B807-76B3-069C-7FC8-CDF18A71BAB2}" dt="2025-05-08T15:53:56.730" v="109"/>
          <ac:spMkLst>
            <pc:docMk/>
            <pc:sldMk cId="444731357" sldId="276"/>
            <ac:spMk id="14" creationId="{4180E01B-B1F4-437C-807D-1C930718EE64}"/>
          </ac:spMkLst>
        </pc:spChg>
        <pc:spChg chg="add">
          <ac:chgData name="Samuel Sunilkumar_ITC" userId="18258ebefdda1444" providerId="Windows Live" clId="Web-{3122B807-76B3-069C-7FC8-CDF18A71BAB2}" dt="2025-05-08T15:53:56.730" v="109"/>
          <ac:spMkLst>
            <pc:docMk/>
            <pc:sldMk cId="444731357" sldId="276"/>
            <ac:spMk id="16" creationId="{41F77738-2AF0-4750-A0C7-F97C2C17590E}"/>
          </ac:spMkLst>
        </pc:spChg>
      </pc:sldChg>
      <pc:sldChg chg="delSp del">
        <pc:chgData name="Samuel Sunilkumar_ITC" userId="18258ebefdda1444" providerId="Windows Live" clId="Web-{3122B807-76B3-069C-7FC8-CDF18A71BAB2}" dt="2025-05-08T15:55:07.905" v="116"/>
        <pc:sldMkLst>
          <pc:docMk/>
          <pc:sldMk cId="3006262650" sldId="277"/>
        </pc:sldMkLst>
        <pc:spChg chg="del">
          <ac:chgData name="Samuel Sunilkumar_ITC" userId="18258ebefdda1444" providerId="Windows Live" clId="Web-{3122B807-76B3-069C-7FC8-CDF18A71BAB2}" dt="2025-05-08T15:54:40.888" v="113"/>
          <ac:spMkLst>
            <pc:docMk/>
            <pc:sldMk cId="3006262650" sldId="277"/>
            <ac:spMk id="9" creationId="{0A9D0DD5-C84C-683A-AC81-A18ABC2D9DD4}"/>
          </ac:spMkLst>
        </pc:spChg>
      </pc:sldChg>
      <pc:sldChg chg="addSp delSp modSp mod setBg">
        <pc:chgData name="Samuel Sunilkumar_ITC" userId="18258ebefdda1444" providerId="Windows Live" clId="Web-{3122B807-76B3-069C-7FC8-CDF18A71BAB2}" dt="2025-05-08T15:58:06.193" v="133"/>
        <pc:sldMkLst>
          <pc:docMk/>
          <pc:sldMk cId="1587158584" sldId="278"/>
        </pc:sldMkLst>
        <pc:spChg chg="mod">
          <ac:chgData name="Samuel Sunilkumar_ITC" userId="18258ebefdda1444" providerId="Windows Live" clId="Web-{3122B807-76B3-069C-7FC8-CDF18A71BAB2}" dt="2025-05-08T15:58:06.193" v="133"/>
          <ac:spMkLst>
            <pc:docMk/>
            <pc:sldMk cId="1587158584" sldId="278"/>
            <ac:spMk id="4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5:58:06.193" v="133"/>
          <ac:spMkLst>
            <pc:docMk/>
            <pc:sldMk cId="1587158584" sldId="278"/>
            <ac:spMk id="5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5:58:06.193" v="133"/>
          <ac:spMkLst>
            <pc:docMk/>
            <pc:sldMk cId="1587158584" sldId="278"/>
            <ac:spMk id="6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5:58:06.193" v="133"/>
          <ac:spMkLst>
            <pc:docMk/>
            <pc:sldMk cId="1587158584" sldId="278"/>
            <ac:spMk id="7" creationId="{A3B3024C-1EBF-F6E8-2DEB-F67127AC9308}"/>
          </ac:spMkLst>
        </pc:spChg>
        <pc:spChg chg="add del">
          <ac:chgData name="Samuel Sunilkumar_ITC" userId="18258ebefdda1444" providerId="Windows Live" clId="Web-{3122B807-76B3-069C-7FC8-CDF18A71BAB2}" dt="2025-05-08T15:58:06.177" v="132"/>
          <ac:spMkLst>
            <pc:docMk/>
            <pc:sldMk cId="1587158584" sldId="278"/>
            <ac:spMk id="12" creationId="{943CAA20-3569-4189-9E48-239A229A86CA}"/>
          </ac:spMkLst>
        </pc:spChg>
        <pc:spChg chg="add del">
          <ac:chgData name="Samuel Sunilkumar_ITC" userId="18258ebefdda1444" providerId="Windows Live" clId="Web-{3122B807-76B3-069C-7FC8-CDF18A71BAB2}" dt="2025-05-08T15:58:06.177" v="132"/>
          <ac:spMkLst>
            <pc:docMk/>
            <pc:sldMk cId="1587158584" sldId="278"/>
            <ac:spMk id="14" creationId="{DA542B6D-E775-4832-91DC-2D20F857813A}"/>
          </ac:spMkLst>
        </pc:spChg>
        <pc:spChg chg="add">
          <ac:chgData name="Samuel Sunilkumar_ITC" userId="18258ebefdda1444" providerId="Windows Live" clId="Web-{3122B807-76B3-069C-7FC8-CDF18A71BAB2}" dt="2025-05-08T15:58:06.193" v="133"/>
          <ac:spMkLst>
            <pc:docMk/>
            <pc:sldMk cId="1587158584" sldId="278"/>
            <ac:spMk id="16" creationId="{0953BC39-9D68-40BE-BF3C-5C4EB782AF94}"/>
          </ac:spMkLst>
        </pc:spChg>
        <pc:spChg chg="add">
          <ac:chgData name="Samuel Sunilkumar_ITC" userId="18258ebefdda1444" providerId="Windows Live" clId="Web-{3122B807-76B3-069C-7FC8-CDF18A71BAB2}" dt="2025-05-08T15:58:06.193" v="133"/>
          <ac:spMkLst>
            <pc:docMk/>
            <pc:sldMk cId="1587158584" sldId="278"/>
            <ac:spMk id="17" creationId="{32D45EE4-C4F0-4F72-B1C6-39F596D138A9}"/>
          </ac:spMkLst>
        </pc:spChg>
        <pc:spChg chg="add">
          <ac:chgData name="Samuel Sunilkumar_ITC" userId="18258ebefdda1444" providerId="Windows Live" clId="Web-{3122B807-76B3-069C-7FC8-CDF18A71BAB2}" dt="2025-05-08T15:58:06.193" v="133"/>
          <ac:spMkLst>
            <pc:docMk/>
            <pc:sldMk cId="1587158584" sldId="278"/>
            <ac:spMk id="18" creationId="{8C459BAD-4279-4A9D-B0C5-662C5F5ED21F}"/>
          </ac:spMkLst>
        </pc:spChg>
      </pc:sldChg>
      <pc:sldChg chg="addSp delSp modSp mod setBg">
        <pc:chgData name="Samuel Sunilkumar_ITC" userId="18258ebefdda1444" providerId="Windows Live" clId="Web-{3122B807-76B3-069C-7FC8-CDF18A71BAB2}" dt="2025-05-08T15:58:31.365" v="145"/>
        <pc:sldMkLst>
          <pc:docMk/>
          <pc:sldMk cId="2518870468" sldId="279"/>
        </pc:sldMkLst>
        <pc:spChg chg="mod">
          <ac:chgData name="Samuel Sunilkumar_ITC" userId="18258ebefdda1444" providerId="Windows Live" clId="Web-{3122B807-76B3-069C-7FC8-CDF18A71BAB2}" dt="2025-05-08T15:58:31.365" v="145"/>
          <ac:spMkLst>
            <pc:docMk/>
            <pc:sldMk cId="2518870468" sldId="279"/>
            <ac:spMk id="2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5:58:31.365" v="145"/>
          <ac:spMkLst>
            <pc:docMk/>
            <pc:sldMk cId="2518870468" sldId="279"/>
            <ac:spMk id="4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5:58:31.365" v="145"/>
          <ac:spMkLst>
            <pc:docMk/>
            <pc:sldMk cId="2518870468" sldId="279"/>
            <ac:spMk id="5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5:58:31.365" v="145"/>
          <ac:spMkLst>
            <pc:docMk/>
            <pc:sldMk cId="2518870468" sldId="279"/>
            <ac:spMk id="6" creationId="{00000000-0000-0000-0000-000000000000}"/>
          </ac:spMkLst>
        </pc:spChg>
        <pc:spChg chg="add del">
          <ac:chgData name="Samuel Sunilkumar_ITC" userId="18258ebefdda1444" providerId="Windows Live" clId="Web-{3122B807-76B3-069C-7FC8-CDF18A71BAB2}" dt="2025-05-08T15:58:31.350" v="144"/>
          <ac:spMkLst>
            <pc:docMk/>
            <pc:sldMk cId="2518870468" sldId="279"/>
            <ac:spMk id="12" creationId="{76906711-0AFB-47DD-A4B6-4E94B38B8C91}"/>
          </ac:spMkLst>
        </pc:spChg>
        <pc:spChg chg="add del">
          <ac:chgData name="Samuel Sunilkumar_ITC" userId="18258ebefdda1444" providerId="Windows Live" clId="Web-{3122B807-76B3-069C-7FC8-CDF18A71BAB2}" dt="2025-05-08T15:58:31.350" v="144"/>
          <ac:spMkLst>
            <pc:docMk/>
            <pc:sldMk cId="2518870468" sldId="279"/>
            <ac:spMk id="14" creationId="{AA91F649-894C-41F6-A21D-3D1AC558E934}"/>
          </ac:spMkLst>
        </pc:spChg>
        <pc:spChg chg="add del">
          <ac:chgData name="Samuel Sunilkumar_ITC" userId="18258ebefdda1444" providerId="Windows Live" clId="Web-{3122B807-76B3-069C-7FC8-CDF18A71BAB2}" dt="2025-05-08T15:58:31.350" v="144"/>
          <ac:spMkLst>
            <pc:docMk/>
            <pc:sldMk cId="2518870468" sldId="279"/>
            <ac:spMk id="16" creationId="{56037404-66BD-46B5-9323-1B531319671A}"/>
          </ac:spMkLst>
        </pc:spChg>
        <pc:spChg chg="add">
          <ac:chgData name="Samuel Sunilkumar_ITC" userId="18258ebefdda1444" providerId="Windows Live" clId="Web-{3122B807-76B3-069C-7FC8-CDF18A71BAB2}" dt="2025-05-08T15:58:31.365" v="145"/>
          <ac:spMkLst>
            <pc:docMk/>
            <pc:sldMk cId="2518870468" sldId="279"/>
            <ac:spMk id="18" creationId="{BCED4D40-4B67-4331-AC48-79B82B4A47D8}"/>
          </ac:spMkLst>
        </pc:spChg>
        <pc:spChg chg="add">
          <ac:chgData name="Samuel Sunilkumar_ITC" userId="18258ebefdda1444" providerId="Windows Live" clId="Web-{3122B807-76B3-069C-7FC8-CDF18A71BAB2}" dt="2025-05-08T15:58:31.365" v="145"/>
          <ac:spMkLst>
            <pc:docMk/>
            <pc:sldMk cId="2518870468" sldId="279"/>
            <ac:spMk id="19" creationId="{670CEDEF-4F34-412E-84EE-329C1E936AF5}"/>
          </ac:spMkLst>
        </pc:spChg>
        <pc:picChg chg="mod ord">
          <ac:chgData name="Samuel Sunilkumar_ITC" userId="18258ebefdda1444" providerId="Windows Live" clId="Web-{3122B807-76B3-069C-7FC8-CDF18A71BAB2}" dt="2025-05-08T15:58:31.365" v="145"/>
          <ac:picMkLst>
            <pc:docMk/>
            <pc:sldMk cId="2518870468" sldId="279"/>
            <ac:picMk id="7" creationId="{00000000-0000-0000-0000-000000000000}"/>
          </ac:picMkLst>
        </pc:picChg>
      </pc:sldChg>
      <pc:sldChg chg="addSp delSp modSp mod setBg">
        <pc:chgData name="Samuel Sunilkumar_ITC" userId="18258ebefdda1444" providerId="Windows Live" clId="Web-{3122B807-76B3-069C-7FC8-CDF18A71BAB2}" dt="2025-05-08T16:01:39.919" v="189" actId="1076"/>
        <pc:sldMkLst>
          <pc:docMk/>
          <pc:sldMk cId="1434607340" sldId="280"/>
        </pc:sldMkLst>
        <pc:spChg chg="mod">
          <ac:chgData name="Samuel Sunilkumar_ITC" userId="18258ebefdda1444" providerId="Windows Live" clId="Web-{3122B807-76B3-069C-7FC8-CDF18A71BAB2}" dt="2025-05-08T16:01:23.059" v="185" actId="14100"/>
          <ac:spMkLst>
            <pc:docMk/>
            <pc:sldMk cId="1434607340" sldId="280"/>
            <ac:spMk id="2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5:59:23.946" v="155"/>
          <ac:spMkLst>
            <pc:docMk/>
            <pc:sldMk cId="1434607340" sldId="280"/>
            <ac:spMk id="4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5:59:23.946" v="155"/>
          <ac:spMkLst>
            <pc:docMk/>
            <pc:sldMk cId="1434607340" sldId="280"/>
            <ac:spMk id="5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5:59:23.946" v="155"/>
          <ac:spMkLst>
            <pc:docMk/>
            <pc:sldMk cId="1434607340" sldId="280"/>
            <ac:spMk id="6" creationId="{00000000-0000-0000-0000-000000000000}"/>
          </ac:spMkLst>
        </pc:spChg>
        <pc:spChg chg="add del">
          <ac:chgData name="Samuel Sunilkumar_ITC" userId="18258ebefdda1444" providerId="Windows Live" clId="Web-{3122B807-76B3-069C-7FC8-CDF18A71BAB2}" dt="2025-05-08T16:01:07.543" v="180"/>
          <ac:spMkLst>
            <pc:docMk/>
            <pc:sldMk cId="1434607340" sldId="280"/>
            <ac:spMk id="12" creationId="{BCED4D40-4B67-4331-AC48-79B82B4A47D8}"/>
          </ac:spMkLst>
        </pc:spChg>
        <pc:spChg chg="add del">
          <ac:chgData name="Samuel Sunilkumar_ITC" userId="18258ebefdda1444" providerId="Windows Live" clId="Web-{3122B807-76B3-069C-7FC8-CDF18A71BAB2}" dt="2025-05-08T16:01:07.543" v="180"/>
          <ac:spMkLst>
            <pc:docMk/>
            <pc:sldMk cId="1434607340" sldId="280"/>
            <ac:spMk id="14" creationId="{670CEDEF-4F34-412E-84EE-329C1E936AF5}"/>
          </ac:spMkLst>
        </pc:spChg>
        <pc:spChg chg="add">
          <ac:chgData name="Samuel Sunilkumar_ITC" userId="18258ebefdda1444" providerId="Windows Live" clId="Web-{3122B807-76B3-069C-7FC8-CDF18A71BAB2}" dt="2025-05-08T16:01:07.543" v="180"/>
          <ac:spMkLst>
            <pc:docMk/>
            <pc:sldMk cId="1434607340" sldId="280"/>
            <ac:spMk id="19" creationId="{665DBBEF-238B-476B-96AB-8AAC3224ECEA}"/>
          </ac:spMkLst>
        </pc:spChg>
        <pc:spChg chg="add">
          <ac:chgData name="Samuel Sunilkumar_ITC" userId="18258ebefdda1444" providerId="Windows Live" clId="Web-{3122B807-76B3-069C-7FC8-CDF18A71BAB2}" dt="2025-05-08T16:01:07.543" v="180"/>
          <ac:spMkLst>
            <pc:docMk/>
            <pc:sldMk cId="1434607340" sldId="280"/>
            <ac:spMk id="21" creationId="{3FCFB1DE-0B7E-48CC-BA90-B2AB0889F9D6}"/>
          </ac:spMkLst>
        </pc:spChg>
        <pc:picChg chg="mod ord">
          <ac:chgData name="Samuel Sunilkumar_ITC" userId="18258ebefdda1444" providerId="Windows Live" clId="Web-{3122B807-76B3-069C-7FC8-CDF18A71BAB2}" dt="2025-05-08T16:01:39.919" v="189" actId="1076"/>
          <ac:picMkLst>
            <pc:docMk/>
            <pc:sldMk cId="1434607340" sldId="280"/>
            <ac:picMk id="7" creationId="{00000000-0000-0000-0000-000000000000}"/>
          </ac:picMkLst>
        </pc:picChg>
      </pc:sldChg>
      <pc:sldChg chg="addSp modSp mod setBg">
        <pc:chgData name="Samuel Sunilkumar_ITC" userId="18258ebefdda1444" providerId="Windows Live" clId="Web-{3122B807-76B3-069C-7FC8-CDF18A71BAB2}" dt="2025-05-08T15:59:44.243" v="158"/>
        <pc:sldMkLst>
          <pc:docMk/>
          <pc:sldMk cId="1699471177" sldId="281"/>
        </pc:sldMkLst>
        <pc:spChg chg="mod">
          <ac:chgData name="Samuel Sunilkumar_ITC" userId="18258ebefdda1444" providerId="Windows Live" clId="Web-{3122B807-76B3-069C-7FC8-CDF18A71BAB2}" dt="2025-05-08T15:59:44.243" v="158"/>
          <ac:spMkLst>
            <pc:docMk/>
            <pc:sldMk cId="1699471177" sldId="281"/>
            <ac:spMk id="4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5:59:44.243" v="158"/>
          <ac:spMkLst>
            <pc:docMk/>
            <pc:sldMk cId="1699471177" sldId="281"/>
            <ac:spMk id="5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5:59:44.243" v="158"/>
          <ac:spMkLst>
            <pc:docMk/>
            <pc:sldMk cId="1699471177" sldId="281"/>
            <ac:spMk id="6" creationId="{00000000-0000-0000-0000-000000000000}"/>
          </ac:spMkLst>
        </pc:spChg>
        <pc:spChg chg="add">
          <ac:chgData name="Samuel Sunilkumar_ITC" userId="18258ebefdda1444" providerId="Windows Live" clId="Web-{3122B807-76B3-069C-7FC8-CDF18A71BAB2}" dt="2025-05-08T15:59:44.243" v="158"/>
          <ac:spMkLst>
            <pc:docMk/>
            <pc:sldMk cId="1699471177" sldId="281"/>
            <ac:spMk id="12" creationId="{DA2E7C1E-2B5A-4BBA-AE51-1CD8C19309D7}"/>
          </ac:spMkLst>
        </pc:spChg>
        <pc:spChg chg="add">
          <ac:chgData name="Samuel Sunilkumar_ITC" userId="18258ebefdda1444" providerId="Windows Live" clId="Web-{3122B807-76B3-069C-7FC8-CDF18A71BAB2}" dt="2025-05-08T15:59:44.243" v="158"/>
          <ac:spMkLst>
            <pc:docMk/>
            <pc:sldMk cId="1699471177" sldId="281"/>
            <ac:spMk id="14" creationId="{43DF76B1-5174-4FAF-9D19-FFEE98426836}"/>
          </ac:spMkLst>
        </pc:spChg>
        <pc:picChg chg="mod ord">
          <ac:chgData name="Samuel Sunilkumar_ITC" userId="18258ebefdda1444" providerId="Windows Live" clId="Web-{3122B807-76B3-069C-7FC8-CDF18A71BAB2}" dt="2025-05-08T15:59:44.243" v="158"/>
          <ac:picMkLst>
            <pc:docMk/>
            <pc:sldMk cId="1699471177" sldId="281"/>
            <ac:picMk id="7" creationId="{00000000-0000-0000-0000-000000000000}"/>
          </ac:picMkLst>
        </pc:picChg>
      </pc:sldChg>
      <pc:sldChg chg="addSp modSp mod setBg">
        <pc:chgData name="Samuel Sunilkumar_ITC" userId="18258ebefdda1444" providerId="Windows Live" clId="Web-{3122B807-76B3-069C-7FC8-CDF18A71BAB2}" dt="2025-05-08T16:04:05.222" v="190"/>
        <pc:sldMkLst>
          <pc:docMk/>
          <pc:sldMk cId="2192626617" sldId="282"/>
        </pc:sldMkLst>
        <pc:spChg chg="mod">
          <ac:chgData name="Samuel Sunilkumar_ITC" userId="18258ebefdda1444" providerId="Windows Live" clId="Web-{3122B807-76B3-069C-7FC8-CDF18A71BAB2}" dt="2025-05-08T16:04:05.222" v="190"/>
          <ac:spMkLst>
            <pc:docMk/>
            <pc:sldMk cId="2192626617" sldId="282"/>
            <ac:spMk id="2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6:04:05.222" v="190"/>
          <ac:spMkLst>
            <pc:docMk/>
            <pc:sldMk cId="2192626617" sldId="282"/>
            <ac:spMk id="4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6:04:05.222" v="190"/>
          <ac:spMkLst>
            <pc:docMk/>
            <pc:sldMk cId="2192626617" sldId="282"/>
            <ac:spMk id="5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6:04:05.222" v="190"/>
          <ac:spMkLst>
            <pc:docMk/>
            <pc:sldMk cId="2192626617" sldId="282"/>
            <ac:spMk id="6" creationId="{00000000-0000-0000-0000-000000000000}"/>
          </ac:spMkLst>
        </pc:spChg>
        <pc:spChg chg="add">
          <ac:chgData name="Samuel Sunilkumar_ITC" userId="18258ebefdda1444" providerId="Windows Live" clId="Web-{3122B807-76B3-069C-7FC8-CDF18A71BAB2}" dt="2025-05-08T16:04:05.222" v="190"/>
          <ac:spMkLst>
            <pc:docMk/>
            <pc:sldMk cId="2192626617" sldId="282"/>
            <ac:spMk id="12" creationId="{BCED4D40-4B67-4331-AC48-79B82B4A47D8}"/>
          </ac:spMkLst>
        </pc:spChg>
        <pc:spChg chg="add">
          <ac:chgData name="Samuel Sunilkumar_ITC" userId="18258ebefdda1444" providerId="Windows Live" clId="Web-{3122B807-76B3-069C-7FC8-CDF18A71BAB2}" dt="2025-05-08T16:04:05.222" v="190"/>
          <ac:spMkLst>
            <pc:docMk/>
            <pc:sldMk cId="2192626617" sldId="282"/>
            <ac:spMk id="14" creationId="{670CEDEF-4F34-412E-84EE-329C1E936AF5}"/>
          </ac:spMkLst>
        </pc:spChg>
        <pc:picChg chg="mod ord">
          <ac:chgData name="Samuel Sunilkumar_ITC" userId="18258ebefdda1444" providerId="Windows Live" clId="Web-{3122B807-76B3-069C-7FC8-CDF18A71BAB2}" dt="2025-05-08T16:04:05.222" v="190"/>
          <ac:picMkLst>
            <pc:docMk/>
            <pc:sldMk cId="2192626617" sldId="282"/>
            <ac:picMk id="7" creationId="{00000000-0000-0000-0000-000000000000}"/>
          </ac:picMkLst>
        </pc:picChg>
      </pc:sldChg>
      <pc:sldChg chg="addSp modSp mod setBg">
        <pc:chgData name="Samuel Sunilkumar_ITC" userId="18258ebefdda1444" providerId="Windows Live" clId="Web-{3122B807-76B3-069C-7FC8-CDF18A71BAB2}" dt="2025-05-08T16:04:55.380" v="203" actId="1076"/>
        <pc:sldMkLst>
          <pc:docMk/>
          <pc:sldMk cId="303103843" sldId="283"/>
        </pc:sldMkLst>
        <pc:spChg chg="mod">
          <ac:chgData name="Samuel Sunilkumar_ITC" userId="18258ebefdda1444" providerId="Windows Live" clId="Web-{3122B807-76B3-069C-7FC8-CDF18A71BAB2}" dt="2025-05-08T16:04:43.114" v="199" actId="14100"/>
          <ac:spMkLst>
            <pc:docMk/>
            <pc:sldMk cId="303103843" sldId="283"/>
            <ac:spMk id="2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6:04:26.535" v="196"/>
          <ac:spMkLst>
            <pc:docMk/>
            <pc:sldMk cId="303103843" sldId="283"/>
            <ac:spMk id="4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6:04:26.535" v="196"/>
          <ac:spMkLst>
            <pc:docMk/>
            <pc:sldMk cId="303103843" sldId="283"/>
            <ac:spMk id="5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6:04:26.535" v="196"/>
          <ac:spMkLst>
            <pc:docMk/>
            <pc:sldMk cId="303103843" sldId="283"/>
            <ac:spMk id="6" creationId="{00000000-0000-0000-0000-000000000000}"/>
          </ac:spMkLst>
        </pc:spChg>
        <pc:spChg chg="add">
          <ac:chgData name="Samuel Sunilkumar_ITC" userId="18258ebefdda1444" providerId="Windows Live" clId="Web-{3122B807-76B3-069C-7FC8-CDF18A71BAB2}" dt="2025-05-08T16:04:26.535" v="196"/>
          <ac:spMkLst>
            <pc:docMk/>
            <pc:sldMk cId="303103843" sldId="283"/>
            <ac:spMk id="12" creationId="{665DBBEF-238B-476B-96AB-8AAC3224ECEA}"/>
          </ac:spMkLst>
        </pc:spChg>
        <pc:spChg chg="add">
          <ac:chgData name="Samuel Sunilkumar_ITC" userId="18258ebefdda1444" providerId="Windows Live" clId="Web-{3122B807-76B3-069C-7FC8-CDF18A71BAB2}" dt="2025-05-08T16:04:26.535" v="196"/>
          <ac:spMkLst>
            <pc:docMk/>
            <pc:sldMk cId="303103843" sldId="283"/>
            <ac:spMk id="14" creationId="{3FCFB1DE-0B7E-48CC-BA90-B2AB0889F9D6}"/>
          </ac:spMkLst>
        </pc:spChg>
        <pc:picChg chg="mod ord">
          <ac:chgData name="Samuel Sunilkumar_ITC" userId="18258ebefdda1444" providerId="Windows Live" clId="Web-{3122B807-76B3-069C-7FC8-CDF18A71BAB2}" dt="2025-05-08T16:04:55.380" v="203" actId="1076"/>
          <ac:picMkLst>
            <pc:docMk/>
            <pc:sldMk cId="303103843" sldId="283"/>
            <ac:picMk id="7" creationId="{00000000-0000-0000-0000-000000000000}"/>
          </ac:picMkLst>
        </pc:picChg>
      </pc:sldChg>
      <pc:sldChg chg="addSp delSp modSp mod setBg">
        <pc:chgData name="Samuel Sunilkumar_ITC" userId="18258ebefdda1444" providerId="Windows Live" clId="Web-{3122B807-76B3-069C-7FC8-CDF18A71BAB2}" dt="2025-05-08T16:05:40.084" v="206"/>
        <pc:sldMkLst>
          <pc:docMk/>
          <pc:sldMk cId="2217621319" sldId="284"/>
        </pc:sldMkLst>
        <pc:spChg chg="mod">
          <ac:chgData name="Samuel Sunilkumar_ITC" userId="18258ebefdda1444" providerId="Windows Live" clId="Web-{3122B807-76B3-069C-7FC8-CDF18A71BAB2}" dt="2025-05-08T16:05:40.084" v="206"/>
          <ac:spMkLst>
            <pc:docMk/>
            <pc:sldMk cId="2217621319" sldId="284"/>
            <ac:spMk id="4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6:05:40.084" v="206"/>
          <ac:spMkLst>
            <pc:docMk/>
            <pc:sldMk cId="2217621319" sldId="284"/>
            <ac:spMk id="5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6:05:40.084" v="206"/>
          <ac:spMkLst>
            <pc:docMk/>
            <pc:sldMk cId="2217621319" sldId="284"/>
            <ac:spMk id="6" creationId="{00000000-0000-0000-0000-000000000000}"/>
          </ac:spMkLst>
        </pc:spChg>
        <pc:spChg chg="del">
          <ac:chgData name="Samuel Sunilkumar_ITC" userId="18258ebefdda1444" providerId="Windows Live" clId="Web-{3122B807-76B3-069C-7FC8-CDF18A71BAB2}" dt="2025-05-08T16:05:40.084" v="206"/>
          <ac:spMkLst>
            <pc:docMk/>
            <pc:sldMk cId="2217621319" sldId="284"/>
            <ac:spMk id="8" creationId="{00000000-0000-0000-0000-000000000000}"/>
          </ac:spMkLst>
        </pc:spChg>
        <pc:spChg chg="add">
          <ac:chgData name="Samuel Sunilkumar_ITC" userId="18258ebefdda1444" providerId="Windows Live" clId="Web-{3122B807-76B3-069C-7FC8-CDF18A71BAB2}" dt="2025-05-08T16:05:40.084" v="206"/>
          <ac:spMkLst>
            <pc:docMk/>
            <pc:sldMk cId="2217621319" sldId="284"/>
            <ac:spMk id="14" creationId="{35DB3719-6FDC-4E5D-891D-FF40B7300F64}"/>
          </ac:spMkLst>
        </pc:spChg>
        <pc:spChg chg="add">
          <ac:chgData name="Samuel Sunilkumar_ITC" userId="18258ebefdda1444" providerId="Windows Live" clId="Web-{3122B807-76B3-069C-7FC8-CDF18A71BAB2}" dt="2025-05-08T16:05:40.084" v="206"/>
          <ac:spMkLst>
            <pc:docMk/>
            <pc:sldMk cId="2217621319" sldId="284"/>
            <ac:spMk id="16" creationId="{E0CBAC23-2E3F-4A90-BA59-F8299F6A5439}"/>
          </ac:spMkLst>
        </pc:spChg>
        <pc:graphicFrameChg chg="add">
          <ac:chgData name="Samuel Sunilkumar_ITC" userId="18258ebefdda1444" providerId="Windows Live" clId="Web-{3122B807-76B3-069C-7FC8-CDF18A71BAB2}" dt="2025-05-08T16:05:40.084" v="206"/>
          <ac:graphicFrameMkLst>
            <pc:docMk/>
            <pc:sldMk cId="2217621319" sldId="284"/>
            <ac:graphicFrameMk id="10" creationId="{82B75A07-F9F3-F9D7-78E0-043F1D0891A1}"/>
          </ac:graphicFrameMkLst>
        </pc:graphicFrameChg>
      </pc:sldChg>
      <pc:sldChg chg="addSp modSp mod setBg">
        <pc:chgData name="Samuel Sunilkumar_ITC" userId="18258ebefdda1444" providerId="Windows Live" clId="Web-{3122B807-76B3-069C-7FC8-CDF18A71BAB2}" dt="2025-05-08T16:05:22.521" v="205" actId="14100"/>
        <pc:sldMkLst>
          <pc:docMk/>
          <pc:sldMk cId="2759014145" sldId="285"/>
        </pc:sldMkLst>
        <pc:spChg chg="mod">
          <ac:chgData name="Samuel Sunilkumar_ITC" userId="18258ebefdda1444" providerId="Windows Live" clId="Web-{3122B807-76B3-069C-7FC8-CDF18A71BAB2}" dt="2025-05-08T16:05:15.021" v="204"/>
          <ac:spMkLst>
            <pc:docMk/>
            <pc:sldMk cId="2759014145" sldId="285"/>
            <ac:spMk id="4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6:05:15.021" v="204"/>
          <ac:spMkLst>
            <pc:docMk/>
            <pc:sldMk cId="2759014145" sldId="285"/>
            <ac:spMk id="5" creationId="{00000000-0000-0000-0000-000000000000}"/>
          </ac:spMkLst>
        </pc:spChg>
        <pc:spChg chg="mod">
          <ac:chgData name="Samuel Sunilkumar_ITC" userId="18258ebefdda1444" providerId="Windows Live" clId="Web-{3122B807-76B3-069C-7FC8-CDF18A71BAB2}" dt="2025-05-08T16:05:15.021" v="204"/>
          <ac:spMkLst>
            <pc:docMk/>
            <pc:sldMk cId="2759014145" sldId="285"/>
            <ac:spMk id="6" creationId="{00000000-0000-0000-0000-000000000000}"/>
          </ac:spMkLst>
        </pc:spChg>
        <pc:spChg chg="mod ord">
          <ac:chgData name="Samuel Sunilkumar_ITC" userId="18258ebefdda1444" providerId="Windows Live" clId="Web-{3122B807-76B3-069C-7FC8-CDF18A71BAB2}" dt="2025-05-08T16:05:22.521" v="205" actId="14100"/>
          <ac:spMkLst>
            <pc:docMk/>
            <pc:sldMk cId="2759014145" sldId="285"/>
            <ac:spMk id="7" creationId="{A3B3024C-1EBF-F6E8-2DEB-F67127AC9308}"/>
          </ac:spMkLst>
        </pc:spChg>
        <pc:spChg chg="add">
          <ac:chgData name="Samuel Sunilkumar_ITC" userId="18258ebefdda1444" providerId="Windows Live" clId="Web-{3122B807-76B3-069C-7FC8-CDF18A71BAB2}" dt="2025-05-08T16:05:15.021" v="204"/>
          <ac:spMkLst>
            <pc:docMk/>
            <pc:sldMk cId="2759014145" sldId="285"/>
            <ac:spMk id="14" creationId="{665DBBEF-238B-476B-96AB-8AAC3224ECEA}"/>
          </ac:spMkLst>
        </pc:spChg>
        <pc:spChg chg="add">
          <ac:chgData name="Samuel Sunilkumar_ITC" userId="18258ebefdda1444" providerId="Windows Live" clId="Web-{3122B807-76B3-069C-7FC8-CDF18A71BAB2}" dt="2025-05-08T16:05:15.021" v="204"/>
          <ac:spMkLst>
            <pc:docMk/>
            <pc:sldMk cId="2759014145" sldId="285"/>
            <ac:spMk id="16" creationId="{3FCFB1DE-0B7E-48CC-BA90-B2AB0889F9D6}"/>
          </ac:spMkLst>
        </pc:spChg>
        <pc:picChg chg="add">
          <ac:chgData name="Samuel Sunilkumar_ITC" userId="18258ebefdda1444" providerId="Windows Live" clId="Web-{3122B807-76B3-069C-7FC8-CDF18A71BAB2}" dt="2025-05-08T16:05:15.021" v="204"/>
          <ac:picMkLst>
            <pc:docMk/>
            <pc:sldMk cId="2759014145" sldId="285"/>
            <ac:picMk id="11" creationId="{107EE26A-1F2F-FE91-E769-9BB49945D8C7}"/>
          </ac:picMkLst>
        </pc:picChg>
      </pc:sldChg>
      <pc:sldChg chg="addSp delSp modSp">
        <pc:chgData name="Samuel Sunilkumar_ITC" userId="18258ebefdda1444" providerId="Windows Live" clId="Web-{3122B807-76B3-069C-7FC8-CDF18A71BAB2}" dt="2025-05-08T15:49:10.876" v="25" actId="20577"/>
        <pc:sldMkLst>
          <pc:docMk/>
          <pc:sldMk cId="3223300781" sldId="286"/>
        </pc:sldMkLst>
        <pc:spChg chg="mod">
          <ac:chgData name="Samuel Sunilkumar_ITC" userId="18258ebefdda1444" providerId="Windows Live" clId="Web-{3122B807-76B3-069C-7FC8-CDF18A71BAB2}" dt="2025-05-08T15:48:18.062" v="13"/>
          <ac:spMkLst>
            <pc:docMk/>
            <pc:sldMk cId="3223300781" sldId="286"/>
            <ac:spMk id="4" creationId="{327D559B-070E-61C5-B0BB-8EAF9951EFBC}"/>
          </ac:spMkLst>
        </pc:spChg>
        <pc:spChg chg="mod">
          <ac:chgData name="Samuel Sunilkumar_ITC" userId="18258ebefdda1444" providerId="Windows Live" clId="Web-{3122B807-76B3-069C-7FC8-CDF18A71BAB2}" dt="2025-05-08T15:48:18.062" v="13"/>
          <ac:spMkLst>
            <pc:docMk/>
            <pc:sldMk cId="3223300781" sldId="286"/>
            <ac:spMk id="5" creationId="{8B04B1EE-67B7-0ADB-0CF6-45132D4F0079}"/>
          </ac:spMkLst>
        </pc:spChg>
        <pc:spChg chg="mod">
          <ac:chgData name="Samuel Sunilkumar_ITC" userId="18258ebefdda1444" providerId="Windows Live" clId="Web-{3122B807-76B3-069C-7FC8-CDF18A71BAB2}" dt="2025-05-08T15:48:18.062" v="13"/>
          <ac:spMkLst>
            <pc:docMk/>
            <pc:sldMk cId="3223300781" sldId="286"/>
            <ac:spMk id="6" creationId="{33E39E88-47F5-CF63-153F-68E79DD2DF00}"/>
          </ac:spMkLst>
        </pc:spChg>
        <pc:spChg chg="add del mod">
          <ac:chgData name="Samuel Sunilkumar_ITC" userId="18258ebefdda1444" providerId="Windows Live" clId="Web-{3122B807-76B3-069C-7FC8-CDF18A71BAB2}" dt="2025-05-08T15:48:38.359" v="16"/>
          <ac:spMkLst>
            <pc:docMk/>
            <pc:sldMk cId="3223300781" sldId="286"/>
            <ac:spMk id="8" creationId="{58FC95DA-4FE5-BCA2-4D93-7142AA81FC3C}"/>
          </ac:spMkLst>
        </pc:spChg>
        <pc:spChg chg="add del">
          <ac:chgData name="Samuel Sunilkumar_ITC" userId="18258ebefdda1444" providerId="Windows Live" clId="Web-{3122B807-76B3-069C-7FC8-CDF18A71BAB2}" dt="2025-05-08T15:48:38.359" v="16"/>
          <ac:spMkLst>
            <pc:docMk/>
            <pc:sldMk cId="3223300781" sldId="286"/>
            <ac:spMk id="17" creationId="{77C59BEC-C4CC-4741-B975-08C543178D3D}"/>
          </ac:spMkLst>
        </pc:spChg>
        <pc:spChg chg="add del">
          <ac:chgData name="Samuel Sunilkumar_ITC" userId="18258ebefdda1444" providerId="Windows Live" clId="Web-{3122B807-76B3-069C-7FC8-CDF18A71BAB2}" dt="2025-05-08T15:48:38.359" v="16"/>
          <ac:spMkLst>
            <pc:docMk/>
            <pc:sldMk cId="3223300781" sldId="286"/>
            <ac:spMk id="19" creationId="{72DEF309-605D-4117-9340-6D589B6C3A34}"/>
          </ac:spMkLst>
        </pc:spChg>
        <pc:spChg chg="add del">
          <ac:chgData name="Samuel Sunilkumar_ITC" userId="18258ebefdda1444" providerId="Windows Live" clId="Web-{3122B807-76B3-069C-7FC8-CDF18A71BAB2}" dt="2025-05-08T15:48:38.359" v="16"/>
          <ac:spMkLst>
            <pc:docMk/>
            <pc:sldMk cId="3223300781" sldId="286"/>
            <ac:spMk id="21" creationId="{A7B99495-F43F-4D80-A44F-2CB4764EB90B}"/>
          </ac:spMkLst>
        </pc:spChg>
        <pc:spChg chg="add del">
          <ac:chgData name="Samuel Sunilkumar_ITC" userId="18258ebefdda1444" providerId="Windows Live" clId="Web-{3122B807-76B3-069C-7FC8-CDF18A71BAB2}" dt="2025-05-08T15:48:38.359" v="15"/>
          <ac:spMkLst>
            <pc:docMk/>
            <pc:sldMk cId="3223300781" sldId="286"/>
            <ac:spMk id="26" creationId="{777A147A-9ED8-46B4-8660-1B3C2AA880B5}"/>
          </ac:spMkLst>
        </pc:spChg>
        <pc:spChg chg="add del">
          <ac:chgData name="Samuel Sunilkumar_ITC" userId="18258ebefdda1444" providerId="Windows Live" clId="Web-{3122B807-76B3-069C-7FC8-CDF18A71BAB2}" dt="2025-05-08T15:47:39.623" v="11"/>
          <ac:spMkLst>
            <pc:docMk/>
            <pc:sldMk cId="3223300781" sldId="286"/>
            <ac:spMk id="27" creationId="{6D1A2CED-DA9B-4CCF-8215-CFC65FE71603}"/>
          </ac:spMkLst>
        </pc:spChg>
        <pc:spChg chg="add del">
          <ac:chgData name="Samuel Sunilkumar_ITC" userId="18258ebefdda1444" providerId="Windows Live" clId="Web-{3122B807-76B3-069C-7FC8-CDF18A71BAB2}" dt="2025-05-08T15:48:38.359" v="15"/>
          <ac:spMkLst>
            <pc:docMk/>
            <pc:sldMk cId="3223300781" sldId="286"/>
            <ac:spMk id="28" creationId="{5D6C15A0-C087-4593-8414-2B4EC1CDC3DE}"/>
          </ac:spMkLst>
        </pc:spChg>
        <pc:spChg chg="add del">
          <ac:chgData name="Samuel Sunilkumar_ITC" userId="18258ebefdda1444" providerId="Windows Live" clId="Web-{3122B807-76B3-069C-7FC8-CDF18A71BAB2}" dt="2025-05-08T15:47:39.623" v="11"/>
          <ac:spMkLst>
            <pc:docMk/>
            <pc:sldMk cId="3223300781" sldId="286"/>
            <ac:spMk id="29" creationId="{562DFC44-A40C-4573-9230-B3EDB3EC8EEB}"/>
          </ac:spMkLst>
        </pc:spChg>
        <pc:spChg chg="add">
          <ac:chgData name="Samuel Sunilkumar_ITC" userId="18258ebefdda1444" providerId="Windows Live" clId="Web-{3122B807-76B3-069C-7FC8-CDF18A71BAB2}" dt="2025-05-08T15:48:38.359" v="16"/>
          <ac:spMkLst>
            <pc:docMk/>
            <pc:sldMk cId="3223300781" sldId="286"/>
            <ac:spMk id="30" creationId="{081E4A58-353D-44AE-B2FC-2A74E2E400F7}"/>
          </ac:spMkLst>
        </pc:spChg>
        <pc:spChg chg="add del">
          <ac:chgData name="Samuel Sunilkumar_ITC" userId="18258ebefdda1444" providerId="Windows Live" clId="Web-{3122B807-76B3-069C-7FC8-CDF18A71BAB2}" dt="2025-05-08T15:47:39.623" v="11"/>
          <ac:spMkLst>
            <pc:docMk/>
            <pc:sldMk cId="3223300781" sldId="286"/>
            <ac:spMk id="31" creationId="{15589D35-CF9F-4DE9-A792-8571A09E9BC9}"/>
          </ac:spMkLst>
        </pc:spChg>
        <pc:spChg chg="add del">
          <ac:chgData name="Samuel Sunilkumar_ITC" userId="18258ebefdda1444" providerId="Windows Live" clId="Web-{3122B807-76B3-069C-7FC8-CDF18A71BAB2}" dt="2025-05-08T15:48:18.062" v="13"/>
          <ac:spMkLst>
            <pc:docMk/>
            <pc:sldMk cId="3223300781" sldId="286"/>
            <ac:spMk id="33" creationId="{AE2B703B-46F9-481A-A605-82E2A828C4FA}"/>
          </ac:spMkLst>
        </pc:spChg>
        <pc:spChg chg="add del">
          <ac:chgData name="Samuel Sunilkumar_ITC" userId="18258ebefdda1444" providerId="Windows Live" clId="Web-{3122B807-76B3-069C-7FC8-CDF18A71BAB2}" dt="2025-05-08T15:48:18.062" v="13"/>
          <ac:spMkLst>
            <pc:docMk/>
            <pc:sldMk cId="3223300781" sldId="286"/>
            <ac:spMk id="34" creationId="{F13BE4D7-0C3D-4906-B230-A1C5B4665CCF}"/>
          </ac:spMkLst>
        </pc:spChg>
        <pc:spChg chg="add del">
          <ac:chgData name="Samuel Sunilkumar_ITC" userId="18258ebefdda1444" providerId="Windows Live" clId="Web-{3122B807-76B3-069C-7FC8-CDF18A71BAB2}" dt="2025-05-08T15:48:38.359" v="15"/>
          <ac:spMkLst>
            <pc:docMk/>
            <pc:sldMk cId="3223300781" sldId="286"/>
            <ac:spMk id="37" creationId="{58FC95DA-4FE5-BCA2-4D93-7142AA81FC3C}"/>
          </ac:spMkLst>
        </pc:spChg>
        <pc:spChg chg="add">
          <ac:chgData name="Samuel Sunilkumar_ITC" userId="18258ebefdda1444" providerId="Windows Live" clId="Web-{3122B807-76B3-069C-7FC8-CDF18A71BAB2}" dt="2025-05-08T15:48:38.359" v="16"/>
          <ac:spMkLst>
            <pc:docMk/>
            <pc:sldMk cId="3223300781" sldId="286"/>
            <ac:spMk id="39" creationId="{1BB867FF-FC45-48F7-8104-F89BE54909F1}"/>
          </ac:spMkLst>
        </pc:spChg>
        <pc:spChg chg="add">
          <ac:chgData name="Samuel Sunilkumar_ITC" userId="18258ebefdda1444" providerId="Windows Live" clId="Web-{3122B807-76B3-069C-7FC8-CDF18A71BAB2}" dt="2025-05-08T15:48:38.359" v="16"/>
          <ac:spMkLst>
            <pc:docMk/>
            <pc:sldMk cId="3223300781" sldId="286"/>
            <ac:spMk id="40" creationId="{8BB56887-D0D5-4F0C-9E19-7247EB83C8B7}"/>
          </ac:spMkLst>
        </pc:spChg>
        <pc:spChg chg="add mod">
          <ac:chgData name="Samuel Sunilkumar_ITC" userId="18258ebefdda1444" providerId="Windows Live" clId="Web-{3122B807-76B3-069C-7FC8-CDF18A71BAB2}" dt="2025-05-08T15:49:10.876" v="25" actId="20577"/>
          <ac:spMkLst>
            <pc:docMk/>
            <pc:sldMk cId="3223300781" sldId="286"/>
            <ac:spMk id="41" creationId="{58FC95DA-4FE5-BCA2-4D93-7142AA81FC3C}"/>
          </ac:spMkLst>
        </pc:spChg>
        <pc:graphicFrameChg chg="add del">
          <ac:chgData name="Samuel Sunilkumar_ITC" userId="18258ebefdda1444" providerId="Windows Live" clId="Web-{3122B807-76B3-069C-7FC8-CDF18A71BAB2}" dt="2025-05-08T15:48:18.062" v="13"/>
          <ac:graphicFrameMkLst>
            <pc:docMk/>
            <pc:sldMk cId="3223300781" sldId="286"/>
            <ac:graphicFrameMk id="35" creationId="{60464F81-94EE-7034-EEB2-A59A380A414D}"/>
          </ac:graphicFrameMkLst>
        </pc:graphicFrameChg>
      </pc:sldChg>
      <pc:sldChg chg="addSp delSp modSp new mod setBg">
        <pc:chgData name="Samuel Sunilkumar_ITC" userId="18258ebefdda1444" providerId="Windows Live" clId="Web-{3122B807-76B3-069C-7FC8-CDF18A71BAB2}" dt="2025-05-08T15:56:08.641" v="117"/>
        <pc:sldMkLst>
          <pc:docMk/>
          <pc:sldMk cId="2000042648" sldId="287"/>
        </pc:sldMkLst>
        <pc:spChg chg="del">
          <ac:chgData name="Samuel Sunilkumar_ITC" userId="18258ebefdda1444" providerId="Windows Live" clId="Web-{3122B807-76B3-069C-7FC8-CDF18A71BAB2}" dt="2025-05-08T15:54:29.247" v="112"/>
          <ac:spMkLst>
            <pc:docMk/>
            <pc:sldMk cId="2000042648" sldId="287"/>
            <ac:spMk id="2" creationId="{406BB1FA-709C-0EF1-EC1D-54C218BB7986}"/>
          </ac:spMkLst>
        </pc:spChg>
        <pc:spChg chg="del">
          <ac:chgData name="Samuel Sunilkumar_ITC" userId="18258ebefdda1444" providerId="Windows Live" clId="Web-{3122B807-76B3-069C-7FC8-CDF18A71BAB2}" dt="2025-05-08T15:54:25.810" v="111"/>
          <ac:spMkLst>
            <pc:docMk/>
            <pc:sldMk cId="2000042648" sldId="287"/>
            <ac:spMk id="3" creationId="{D8136CBE-F9BC-F4E2-195E-F26D4D3F0516}"/>
          </ac:spMkLst>
        </pc:spChg>
        <pc:spChg chg="mod">
          <ac:chgData name="Samuel Sunilkumar_ITC" userId="18258ebefdda1444" providerId="Windows Live" clId="Web-{3122B807-76B3-069C-7FC8-CDF18A71BAB2}" dt="2025-05-08T15:56:08.641" v="117"/>
          <ac:spMkLst>
            <pc:docMk/>
            <pc:sldMk cId="2000042648" sldId="287"/>
            <ac:spMk id="4" creationId="{8EC44309-665E-22A9-F7CC-E9E5D733065D}"/>
          </ac:spMkLst>
        </pc:spChg>
        <pc:spChg chg="mod">
          <ac:chgData name="Samuel Sunilkumar_ITC" userId="18258ebefdda1444" providerId="Windows Live" clId="Web-{3122B807-76B3-069C-7FC8-CDF18A71BAB2}" dt="2025-05-08T15:56:08.641" v="117"/>
          <ac:spMkLst>
            <pc:docMk/>
            <pc:sldMk cId="2000042648" sldId="287"/>
            <ac:spMk id="5" creationId="{348FE218-3810-3ED7-63AE-88D09C357948}"/>
          </ac:spMkLst>
        </pc:spChg>
        <pc:spChg chg="mod">
          <ac:chgData name="Samuel Sunilkumar_ITC" userId="18258ebefdda1444" providerId="Windows Live" clId="Web-{3122B807-76B3-069C-7FC8-CDF18A71BAB2}" dt="2025-05-08T15:56:08.641" v="117"/>
          <ac:spMkLst>
            <pc:docMk/>
            <pc:sldMk cId="2000042648" sldId="287"/>
            <ac:spMk id="6" creationId="{4C9D3575-2182-61D4-0239-66A3E324A626}"/>
          </ac:spMkLst>
        </pc:spChg>
        <pc:spChg chg="add mod ord">
          <ac:chgData name="Samuel Sunilkumar_ITC" userId="18258ebefdda1444" providerId="Windows Live" clId="Web-{3122B807-76B3-069C-7FC8-CDF18A71BAB2}" dt="2025-05-08T15:56:08.641" v="117"/>
          <ac:spMkLst>
            <pc:docMk/>
            <pc:sldMk cId="2000042648" sldId="287"/>
            <ac:spMk id="8" creationId="{3DBCC178-4E03-1EC3-ADD1-3561D50B80EB}"/>
          </ac:spMkLst>
        </pc:spChg>
        <pc:spChg chg="add">
          <ac:chgData name="Samuel Sunilkumar_ITC" userId="18258ebefdda1444" providerId="Windows Live" clId="Web-{3122B807-76B3-069C-7FC8-CDF18A71BAB2}" dt="2025-05-08T15:56:08.641" v="117"/>
          <ac:spMkLst>
            <pc:docMk/>
            <pc:sldMk cId="2000042648" sldId="287"/>
            <ac:spMk id="15" creationId="{7B831B6F-405A-4B47-B9BB-5CA88F285844}"/>
          </ac:spMkLst>
        </pc:spChg>
        <pc:spChg chg="add">
          <ac:chgData name="Samuel Sunilkumar_ITC" userId="18258ebefdda1444" providerId="Windows Live" clId="Web-{3122B807-76B3-069C-7FC8-CDF18A71BAB2}" dt="2025-05-08T15:56:08.641" v="117"/>
          <ac:spMkLst>
            <pc:docMk/>
            <pc:sldMk cId="2000042648" sldId="287"/>
            <ac:spMk id="17" creationId="{15109354-9C5D-4F8C-B0E6-D1043C7BF20A}"/>
          </ac:spMkLst>
        </pc:spChg>
        <pc:spChg chg="add">
          <ac:chgData name="Samuel Sunilkumar_ITC" userId="18258ebefdda1444" providerId="Windows Live" clId="Web-{3122B807-76B3-069C-7FC8-CDF18A71BAB2}" dt="2025-05-08T15:56:08.641" v="117"/>
          <ac:spMkLst>
            <pc:docMk/>
            <pc:sldMk cId="2000042648" sldId="287"/>
            <ac:spMk id="19" creationId="{49B530FE-A87D-41A0-A920-ADC6539EAA44}"/>
          </ac:spMkLst>
        </pc:spChg>
        <pc:picChg chg="add mod ord">
          <ac:chgData name="Samuel Sunilkumar_ITC" userId="18258ebefdda1444" providerId="Windows Live" clId="Web-{3122B807-76B3-069C-7FC8-CDF18A71BAB2}" dt="2025-05-08T15:56:08.641" v="117"/>
          <ac:picMkLst>
            <pc:docMk/>
            <pc:sldMk cId="2000042648" sldId="287"/>
            <ac:picMk id="10" creationId="{0C2590E7-2727-D803-EFB4-E57C4C5E503E}"/>
          </ac:picMkLst>
        </pc:picChg>
      </pc:sldChg>
      <pc:sldChg chg="addSp delSp modSp new mod ord setBg">
        <pc:chgData name="Samuel Sunilkumar_ITC" userId="18258ebefdda1444" providerId="Windows Live" clId="Web-{3122B807-76B3-069C-7FC8-CDF18A71BAB2}" dt="2025-05-08T15:57:47.879" v="130" actId="20577"/>
        <pc:sldMkLst>
          <pc:docMk/>
          <pc:sldMk cId="2690858351" sldId="288"/>
        </pc:sldMkLst>
        <pc:spChg chg="del">
          <ac:chgData name="Samuel Sunilkumar_ITC" userId="18258ebefdda1444" providerId="Windows Live" clId="Web-{3122B807-76B3-069C-7FC8-CDF18A71BAB2}" dt="2025-05-08T15:57:10.159" v="123"/>
          <ac:spMkLst>
            <pc:docMk/>
            <pc:sldMk cId="2690858351" sldId="288"/>
            <ac:spMk id="2" creationId="{69981285-C745-5534-0A61-C9A915C57B4E}"/>
          </ac:spMkLst>
        </pc:spChg>
        <pc:spChg chg="mod">
          <ac:chgData name="Samuel Sunilkumar_ITC" userId="18258ebefdda1444" providerId="Windows Live" clId="Web-{3122B807-76B3-069C-7FC8-CDF18A71BAB2}" dt="2025-05-08T15:57:47.879" v="130" actId="20577"/>
          <ac:spMkLst>
            <pc:docMk/>
            <pc:sldMk cId="2690858351" sldId="288"/>
            <ac:spMk id="3" creationId="{D7750A87-6924-F5D8-D266-9F67019F2695}"/>
          </ac:spMkLst>
        </pc:spChg>
        <pc:spChg chg="mod">
          <ac:chgData name="Samuel Sunilkumar_ITC" userId="18258ebefdda1444" providerId="Windows Live" clId="Web-{3122B807-76B3-069C-7FC8-CDF18A71BAB2}" dt="2025-05-08T15:57:29.504" v="125"/>
          <ac:spMkLst>
            <pc:docMk/>
            <pc:sldMk cId="2690858351" sldId="288"/>
            <ac:spMk id="4" creationId="{ECD11EF5-1EBB-886A-802E-540288C0FACE}"/>
          </ac:spMkLst>
        </pc:spChg>
        <pc:spChg chg="mod">
          <ac:chgData name="Samuel Sunilkumar_ITC" userId="18258ebefdda1444" providerId="Windows Live" clId="Web-{3122B807-76B3-069C-7FC8-CDF18A71BAB2}" dt="2025-05-08T15:57:29.504" v="125"/>
          <ac:spMkLst>
            <pc:docMk/>
            <pc:sldMk cId="2690858351" sldId="288"/>
            <ac:spMk id="5" creationId="{A41C380F-F9A5-645D-AD20-2A83474CB934}"/>
          </ac:spMkLst>
        </pc:spChg>
        <pc:spChg chg="mod">
          <ac:chgData name="Samuel Sunilkumar_ITC" userId="18258ebefdda1444" providerId="Windows Live" clId="Web-{3122B807-76B3-069C-7FC8-CDF18A71BAB2}" dt="2025-05-08T15:57:29.504" v="125"/>
          <ac:spMkLst>
            <pc:docMk/>
            <pc:sldMk cId="2690858351" sldId="288"/>
            <ac:spMk id="6" creationId="{2514B291-C653-C5F1-8590-4B8F27C14583}"/>
          </ac:spMkLst>
        </pc:spChg>
        <pc:spChg chg="add">
          <ac:chgData name="Samuel Sunilkumar_ITC" userId="18258ebefdda1444" providerId="Windows Live" clId="Web-{3122B807-76B3-069C-7FC8-CDF18A71BAB2}" dt="2025-05-08T15:57:29.504" v="125"/>
          <ac:spMkLst>
            <pc:docMk/>
            <pc:sldMk cId="2690858351" sldId="288"/>
            <ac:spMk id="12" creationId="{2C61293E-6EBE-43EF-A52C-9BEBFD7679D4}"/>
          </ac:spMkLst>
        </pc:spChg>
        <pc:spChg chg="add">
          <ac:chgData name="Samuel Sunilkumar_ITC" userId="18258ebefdda1444" providerId="Windows Live" clId="Web-{3122B807-76B3-069C-7FC8-CDF18A71BAB2}" dt="2025-05-08T15:57:29.504" v="125"/>
          <ac:spMkLst>
            <pc:docMk/>
            <pc:sldMk cId="2690858351" sldId="288"/>
            <ac:spMk id="14" creationId="{21540236-BFD5-4A9D-8840-4703E7F76825}"/>
          </ac:spMkLst>
        </pc:spChg>
        <pc:picChg chg="add mod ord">
          <ac:chgData name="Samuel Sunilkumar_ITC" userId="18258ebefdda1444" providerId="Windows Live" clId="Web-{3122B807-76B3-069C-7FC8-CDF18A71BAB2}" dt="2025-05-08T15:57:29.504" v="125"/>
          <ac:picMkLst>
            <pc:docMk/>
            <pc:sldMk cId="2690858351" sldId="288"/>
            <ac:picMk id="7" creationId="{BEB367D2-A2D8-C1F6-AA6C-210F5B64A9AD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0D49ED-B5BF-4C88-A2A0-7D62DE5E996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EA41E2A-0898-4780-9A7C-E84E02556F43}">
      <dgm:prSet/>
      <dgm:spPr/>
      <dgm:t>
        <a:bodyPr/>
        <a:lstStyle/>
        <a:p>
          <a:r>
            <a:rPr lang="en-US" b="1" dirty="0"/>
            <a:t>Introduction</a:t>
          </a:r>
        </a:p>
      </dgm:t>
    </dgm:pt>
    <dgm:pt modelId="{1923C353-53E4-4597-9F13-39F9E441A7C0}" type="parTrans" cxnId="{755ACE6E-3827-40B8-93AC-D466ED568A98}">
      <dgm:prSet/>
      <dgm:spPr/>
      <dgm:t>
        <a:bodyPr/>
        <a:lstStyle/>
        <a:p>
          <a:endParaRPr lang="en-US"/>
        </a:p>
      </dgm:t>
    </dgm:pt>
    <dgm:pt modelId="{FA78526F-62FB-4227-8A76-68664A8440BE}" type="sibTrans" cxnId="{755ACE6E-3827-40B8-93AC-D466ED568A98}">
      <dgm:prSet/>
      <dgm:spPr/>
      <dgm:t>
        <a:bodyPr/>
        <a:lstStyle/>
        <a:p>
          <a:endParaRPr lang="en-US"/>
        </a:p>
      </dgm:t>
    </dgm:pt>
    <dgm:pt modelId="{03FF696A-1F9E-4968-99CD-4D021F57D57E}">
      <dgm:prSet/>
      <dgm:spPr/>
      <dgm:t>
        <a:bodyPr/>
        <a:lstStyle/>
        <a:p>
          <a:r>
            <a:rPr lang="en-US" b="1"/>
            <a:t>Dr. Weather</a:t>
          </a:r>
          <a:endParaRPr lang="en-US"/>
        </a:p>
      </dgm:t>
    </dgm:pt>
    <dgm:pt modelId="{50456D8E-1C37-4042-9E6F-BA5B0969E474}" type="parTrans" cxnId="{39C61F7B-3CAB-434C-8087-D0BA36BC936B}">
      <dgm:prSet/>
      <dgm:spPr/>
      <dgm:t>
        <a:bodyPr/>
        <a:lstStyle/>
        <a:p>
          <a:endParaRPr lang="en-US"/>
        </a:p>
      </dgm:t>
    </dgm:pt>
    <dgm:pt modelId="{1664D155-8618-487D-88C2-5CF18DC8357D}" type="sibTrans" cxnId="{39C61F7B-3CAB-434C-8087-D0BA36BC936B}">
      <dgm:prSet/>
      <dgm:spPr/>
      <dgm:t>
        <a:bodyPr/>
        <a:lstStyle/>
        <a:p>
          <a:endParaRPr lang="en-US"/>
        </a:p>
      </dgm:t>
    </dgm:pt>
    <dgm:pt modelId="{11ECED13-8B04-403F-8A39-AFB0D18AD046}">
      <dgm:prSet/>
      <dgm:spPr/>
      <dgm:t>
        <a:bodyPr/>
        <a:lstStyle/>
        <a:p>
          <a:r>
            <a:rPr lang="en-US" b="1" dirty="0"/>
            <a:t>Large Language Model</a:t>
          </a:r>
        </a:p>
      </dgm:t>
    </dgm:pt>
    <dgm:pt modelId="{2DCA1E75-E3CE-448D-BEFA-38E631B2CDD0}" type="parTrans" cxnId="{D959459D-5E25-4D4A-9B1C-96818186962D}">
      <dgm:prSet/>
      <dgm:spPr/>
      <dgm:t>
        <a:bodyPr/>
        <a:lstStyle/>
        <a:p>
          <a:endParaRPr lang="en-US"/>
        </a:p>
      </dgm:t>
    </dgm:pt>
    <dgm:pt modelId="{910FB986-7B64-46E3-B54F-F12384EB40D2}" type="sibTrans" cxnId="{D959459D-5E25-4D4A-9B1C-96818186962D}">
      <dgm:prSet/>
      <dgm:spPr/>
      <dgm:t>
        <a:bodyPr/>
        <a:lstStyle/>
        <a:p>
          <a:endParaRPr lang="en-US"/>
        </a:p>
      </dgm:t>
    </dgm:pt>
    <dgm:pt modelId="{434158CB-8E0C-4858-A891-7585B0EF8290}">
      <dgm:prSet/>
      <dgm:spPr/>
      <dgm:t>
        <a:bodyPr/>
        <a:lstStyle/>
        <a:p>
          <a:r>
            <a:rPr lang="en-US" b="1" dirty="0"/>
            <a:t>Data Overview</a:t>
          </a:r>
        </a:p>
      </dgm:t>
    </dgm:pt>
    <dgm:pt modelId="{F84D0572-7E7B-4915-9232-AF7310CBB5EE}" type="parTrans" cxnId="{48DAE081-9397-4D09-AAD1-72050ACED6D2}">
      <dgm:prSet/>
      <dgm:spPr/>
      <dgm:t>
        <a:bodyPr/>
        <a:lstStyle/>
        <a:p>
          <a:endParaRPr lang="en-US"/>
        </a:p>
      </dgm:t>
    </dgm:pt>
    <dgm:pt modelId="{FC6AC85A-7476-4F3E-845F-AB0108D070BD}" type="sibTrans" cxnId="{48DAE081-9397-4D09-AAD1-72050ACED6D2}">
      <dgm:prSet/>
      <dgm:spPr/>
      <dgm:t>
        <a:bodyPr/>
        <a:lstStyle/>
        <a:p>
          <a:endParaRPr lang="en-US"/>
        </a:p>
      </dgm:t>
    </dgm:pt>
    <dgm:pt modelId="{B8F06055-2F29-455C-8F9E-DF05100B5AB1}">
      <dgm:prSet/>
      <dgm:spPr/>
      <dgm:t>
        <a:bodyPr/>
        <a:lstStyle/>
        <a:p>
          <a:r>
            <a:rPr lang="en-US" b="1" dirty="0"/>
            <a:t>RAG	</a:t>
          </a:r>
        </a:p>
      </dgm:t>
    </dgm:pt>
    <dgm:pt modelId="{53E44F3B-DEC6-4647-8D03-001824C76C02}" type="parTrans" cxnId="{ABBD697B-5125-4B4B-AA1E-FE4C492BF5EA}">
      <dgm:prSet/>
      <dgm:spPr/>
      <dgm:t>
        <a:bodyPr/>
        <a:lstStyle/>
        <a:p>
          <a:endParaRPr lang="en-US"/>
        </a:p>
      </dgm:t>
    </dgm:pt>
    <dgm:pt modelId="{E0E05001-A261-4159-89C7-6F453F199DE0}" type="sibTrans" cxnId="{ABBD697B-5125-4B4B-AA1E-FE4C492BF5EA}">
      <dgm:prSet/>
      <dgm:spPr/>
      <dgm:t>
        <a:bodyPr/>
        <a:lstStyle/>
        <a:p>
          <a:endParaRPr lang="en-US"/>
        </a:p>
      </dgm:t>
    </dgm:pt>
    <dgm:pt modelId="{88E2BC53-2B39-4616-AA9D-AD6E5291D739}">
      <dgm:prSet/>
      <dgm:spPr/>
      <dgm:t>
        <a:bodyPr/>
        <a:lstStyle/>
        <a:p>
          <a:r>
            <a:rPr lang="en-US" b="1" dirty="0"/>
            <a:t>Interface and Demo</a:t>
          </a:r>
        </a:p>
      </dgm:t>
    </dgm:pt>
    <dgm:pt modelId="{5656D927-142F-4E91-9638-487EC5078830}" type="parTrans" cxnId="{BCDC3088-64FA-46BE-B76F-C3FFB15DFB7D}">
      <dgm:prSet/>
      <dgm:spPr/>
      <dgm:t>
        <a:bodyPr/>
        <a:lstStyle/>
        <a:p>
          <a:endParaRPr lang="en-US"/>
        </a:p>
      </dgm:t>
    </dgm:pt>
    <dgm:pt modelId="{DD986DDA-18F7-47C9-B799-FC83576CE40A}" type="sibTrans" cxnId="{BCDC3088-64FA-46BE-B76F-C3FFB15DFB7D}">
      <dgm:prSet/>
      <dgm:spPr/>
      <dgm:t>
        <a:bodyPr/>
        <a:lstStyle/>
        <a:p>
          <a:endParaRPr lang="en-US"/>
        </a:p>
      </dgm:t>
    </dgm:pt>
    <dgm:pt modelId="{4535D71F-C99C-4BBB-848D-03646B7D2CD4}" type="pres">
      <dgm:prSet presAssocID="{530D49ED-B5BF-4C88-A2A0-7D62DE5E9961}" presName="linear" presStyleCnt="0">
        <dgm:presLayoutVars>
          <dgm:dir/>
          <dgm:animLvl val="lvl"/>
          <dgm:resizeHandles val="exact"/>
        </dgm:presLayoutVars>
      </dgm:prSet>
      <dgm:spPr/>
    </dgm:pt>
    <dgm:pt modelId="{75158F4E-C838-4AB0-B910-7831294DD229}" type="pres">
      <dgm:prSet presAssocID="{9EA41E2A-0898-4780-9A7C-E84E02556F43}" presName="parentLin" presStyleCnt="0"/>
      <dgm:spPr/>
    </dgm:pt>
    <dgm:pt modelId="{D47A9FCA-5C67-4728-8CAC-6C0DFFAAEDD2}" type="pres">
      <dgm:prSet presAssocID="{9EA41E2A-0898-4780-9A7C-E84E02556F43}" presName="parentLeftMargin" presStyleLbl="node1" presStyleIdx="0" presStyleCnt="6"/>
      <dgm:spPr/>
    </dgm:pt>
    <dgm:pt modelId="{4D28F763-4E47-4F48-9F72-614E29A55E16}" type="pres">
      <dgm:prSet presAssocID="{9EA41E2A-0898-4780-9A7C-E84E02556F4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CAD2807-F10B-4430-9E35-5B457D983D3C}" type="pres">
      <dgm:prSet presAssocID="{9EA41E2A-0898-4780-9A7C-E84E02556F43}" presName="negativeSpace" presStyleCnt="0"/>
      <dgm:spPr/>
    </dgm:pt>
    <dgm:pt modelId="{C0A38F49-32C3-40BB-9E18-761E1269D78B}" type="pres">
      <dgm:prSet presAssocID="{9EA41E2A-0898-4780-9A7C-E84E02556F43}" presName="childText" presStyleLbl="conFgAcc1" presStyleIdx="0" presStyleCnt="6">
        <dgm:presLayoutVars>
          <dgm:bulletEnabled val="1"/>
        </dgm:presLayoutVars>
      </dgm:prSet>
      <dgm:spPr/>
    </dgm:pt>
    <dgm:pt modelId="{C5A2F797-F5A2-4267-AD60-D8082F07950C}" type="pres">
      <dgm:prSet presAssocID="{FA78526F-62FB-4227-8A76-68664A8440BE}" presName="spaceBetweenRectangles" presStyleCnt="0"/>
      <dgm:spPr/>
    </dgm:pt>
    <dgm:pt modelId="{8D758F9C-CC4F-4F9F-8EC7-31CE24E81936}" type="pres">
      <dgm:prSet presAssocID="{03FF696A-1F9E-4968-99CD-4D021F57D57E}" presName="parentLin" presStyleCnt="0"/>
      <dgm:spPr/>
    </dgm:pt>
    <dgm:pt modelId="{153251DF-DB8C-481C-9B3C-A88F1DC8EFDB}" type="pres">
      <dgm:prSet presAssocID="{03FF696A-1F9E-4968-99CD-4D021F57D57E}" presName="parentLeftMargin" presStyleLbl="node1" presStyleIdx="0" presStyleCnt="6"/>
      <dgm:spPr/>
    </dgm:pt>
    <dgm:pt modelId="{FBC6A303-2A85-4B40-ADA5-5FD720293EFA}" type="pres">
      <dgm:prSet presAssocID="{03FF696A-1F9E-4968-99CD-4D021F57D57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B77D8C8-26E6-4EA8-BCBE-023D6D856A80}" type="pres">
      <dgm:prSet presAssocID="{03FF696A-1F9E-4968-99CD-4D021F57D57E}" presName="negativeSpace" presStyleCnt="0"/>
      <dgm:spPr/>
    </dgm:pt>
    <dgm:pt modelId="{9AADB62C-60CB-420F-A846-41D20099C462}" type="pres">
      <dgm:prSet presAssocID="{03FF696A-1F9E-4968-99CD-4D021F57D57E}" presName="childText" presStyleLbl="conFgAcc1" presStyleIdx="1" presStyleCnt="6">
        <dgm:presLayoutVars>
          <dgm:bulletEnabled val="1"/>
        </dgm:presLayoutVars>
      </dgm:prSet>
      <dgm:spPr/>
    </dgm:pt>
    <dgm:pt modelId="{2E0BC5D8-6729-416B-8DED-2E2A02DB9D64}" type="pres">
      <dgm:prSet presAssocID="{1664D155-8618-487D-88C2-5CF18DC8357D}" presName="spaceBetweenRectangles" presStyleCnt="0"/>
      <dgm:spPr/>
    </dgm:pt>
    <dgm:pt modelId="{F1411926-A302-4F1A-B562-B88541759E8D}" type="pres">
      <dgm:prSet presAssocID="{11ECED13-8B04-403F-8A39-AFB0D18AD046}" presName="parentLin" presStyleCnt="0"/>
      <dgm:spPr/>
    </dgm:pt>
    <dgm:pt modelId="{F8BA8F00-8102-48A2-8F81-452FB5844FFD}" type="pres">
      <dgm:prSet presAssocID="{11ECED13-8B04-403F-8A39-AFB0D18AD046}" presName="parentLeftMargin" presStyleLbl="node1" presStyleIdx="1" presStyleCnt="6"/>
      <dgm:spPr/>
    </dgm:pt>
    <dgm:pt modelId="{EF23C54B-0B40-445A-B5E9-E97A7FEAA5FB}" type="pres">
      <dgm:prSet presAssocID="{11ECED13-8B04-403F-8A39-AFB0D18AD04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F0CE76C-5DC7-4F1E-89E4-ED1E4D649CFE}" type="pres">
      <dgm:prSet presAssocID="{11ECED13-8B04-403F-8A39-AFB0D18AD046}" presName="negativeSpace" presStyleCnt="0"/>
      <dgm:spPr/>
    </dgm:pt>
    <dgm:pt modelId="{E6BB27D0-66E0-42A2-8268-54B0FD1CE6BA}" type="pres">
      <dgm:prSet presAssocID="{11ECED13-8B04-403F-8A39-AFB0D18AD046}" presName="childText" presStyleLbl="conFgAcc1" presStyleIdx="2" presStyleCnt="6">
        <dgm:presLayoutVars>
          <dgm:bulletEnabled val="1"/>
        </dgm:presLayoutVars>
      </dgm:prSet>
      <dgm:spPr/>
    </dgm:pt>
    <dgm:pt modelId="{46178D2E-1C28-4CF2-AF9B-A01490DC9A54}" type="pres">
      <dgm:prSet presAssocID="{910FB986-7B64-46E3-B54F-F12384EB40D2}" presName="spaceBetweenRectangles" presStyleCnt="0"/>
      <dgm:spPr/>
    </dgm:pt>
    <dgm:pt modelId="{06448314-A7B0-438F-9B66-A6A97DA03B23}" type="pres">
      <dgm:prSet presAssocID="{434158CB-8E0C-4858-A891-7585B0EF8290}" presName="parentLin" presStyleCnt="0"/>
      <dgm:spPr/>
    </dgm:pt>
    <dgm:pt modelId="{BE58CD0A-AA4F-4D65-A485-F5F14BF3411A}" type="pres">
      <dgm:prSet presAssocID="{434158CB-8E0C-4858-A891-7585B0EF8290}" presName="parentLeftMargin" presStyleLbl="node1" presStyleIdx="2" presStyleCnt="6"/>
      <dgm:spPr/>
    </dgm:pt>
    <dgm:pt modelId="{755A1E57-54A4-4E66-9F77-9831E78AB2CB}" type="pres">
      <dgm:prSet presAssocID="{434158CB-8E0C-4858-A891-7585B0EF829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0B16755-525D-44F8-80CF-AB834A315555}" type="pres">
      <dgm:prSet presAssocID="{434158CB-8E0C-4858-A891-7585B0EF8290}" presName="negativeSpace" presStyleCnt="0"/>
      <dgm:spPr/>
    </dgm:pt>
    <dgm:pt modelId="{DD4DAA33-1769-49C5-88A2-0E9604D05E07}" type="pres">
      <dgm:prSet presAssocID="{434158CB-8E0C-4858-A891-7585B0EF8290}" presName="childText" presStyleLbl="conFgAcc1" presStyleIdx="3" presStyleCnt="6">
        <dgm:presLayoutVars>
          <dgm:bulletEnabled val="1"/>
        </dgm:presLayoutVars>
      </dgm:prSet>
      <dgm:spPr/>
    </dgm:pt>
    <dgm:pt modelId="{F4F5384B-935A-49A3-AE20-13371EF2FF2F}" type="pres">
      <dgm:prSet presAssocID="{FC6AC85A-7476-4F3E-845F-AB0108D070BD}" presName="spaceBetweenRectangles" presStyleCnt="0"/>
      <dgm:spPr/>
    </dgm:pt>
    <dgm:pt modelId="{781AEA23-8221-42C2-A521-BDD21E5B6978}" type="pres">
      <dgm:prSet presAssocID="{B8F06055-2F29-455C-8F9E-DF05100B5AB1}" presName="parentLin" presStyleCnt="0"/>
      <dgm:spPr/>
    </dgm:pt>
    <dgm:pt modelId="{260E782C-F6CC-48E8-A94F-6F483C4AA36D}" type="pres">
      <dgm:prSet presAssocID="{B8F06055-2F29-455C-8F9E-DF05100B5AB1}" presName="parentLeftMargin" presStyleLbl="node1" presStyleIdx="3" presStyleCnt="6"/>
      <dgm:spPr/>
    </dgm:pt>
    <dgm:pt modelId="{C76818EF-EDCB-48E5-BC44-6667EB4A5EC6}" type="pres">
      <dgm:prSet presAssocID="{B8F06055-2F29-455C-8F9E-DF05100B5AB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23564D1-0507-4FCE-B2A5-56CC1B5A5031}" type="pres">
      <dgm:prSet presAssocID="{B8F06055-2F29-455C-8F9E-DF05100B5AB1}" presName="negativeSpace" presStyleCnt="0"/>
      <dgm:spPr/>
    </dgm:pt>
    <dgm:pt modelId="{978178A5-7D07-4DDC-9921-CB0C8C552128}" type="pres">
      <dgm:prSet presAssocID="{B8F06055-2F29-455C-8F9E-DF05100B5AB1}" presName="childText" presStyleLbl="conFgAcc1" presStyleIdx="4" presStyleCnt="6">
        <dgm:presLayoutVars>
          <dgm:bulletEnabled val="1"/>
        </dgm:presLayoutVars>
      </dgm:prSet>
      <dgm:spPr/>
    </dgm:pt>
    <dgm:pt modelId="{CC4EDBA2-B39C-42DC-B284-23086DEACD47}" type="pres">
      <dgm:prSet presAssocID="{E0E05001-A261-4159-89C7-6F453F199DE0}" presName="spaceBetweenRectangles" presStyleCnt="0"/>
      <dgm:spPr/>
    </dgm:pt>
    <dgm:pt modelId="{2AE328A6-8452-46D1-9506-9E5A3545DE37}" type="pres">
      <dgm:prSet presAssocID="{88E2BC53-2B39-4616-AA9D-AD6E5291D739}" presName="parentLin" presStyleCnt="0"/>
      <dgm:spPr/>
    </dgm:pt>
    <dgm:pt modelId="{93A6D8E6-AF3F-4D94-A0F5-6D04E2F7067A}" type="pres">
      <dgm:prSet presAssocID="{88E2BC53-2B39-4616-AA9D-AD6E5291D739}" presName="parentLeftMargin" presStyleLbl="node1" presStyleIdx="4" presStyleCnt="6"/>
      <dgm:spPr/>
    </dgm:pt>
    <dgm:pt modelId="{B1A1F26A-54FA-4930-9982-DE584EC7B3C1}" type="pres">
      <dgm:prSet presAssocID="{88E2BC53-2B39-4616-AA9D-AD6E5291D739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BDF2A05D-BC7A-49E9-A636-3E08FBA20690}" type="pres">
      <dgm:prSet presAssocID="{88E2BC53-2B39-4616-AA9D-AD6E5291D739}" presName="negativeSpace" presStyleCnt="0"/>
      <dgm:spPr/>
    </dgm:pt>
    <dgm:pt modelId="{267D734F-2F2E-486E-B734-D694DDB23135}" type="pres">
      <dgm:prSet presAssocID="{88E2BC53-2B39-4616-AA9D-AD6E5291D739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FE3E3706-98B5-4FD2-BE25-B10577FCEED7}" type="presOf" srcId="{434158CB-8E0C-4858-A891-7585B0EF8290}" destId="{BE58CD0A-AA4F-4D65-A485-F5F14BF3411A}" srcOrd="0" destOrd="0" presId="urn:microsoft.com/office/officeart/2005/8/layout/list1"/>
    <dgm:cxn modelId="{55FD2B25-2C38-4412-BA63-961C90978BEC}" type="presOf" srcId="{88E2BC53-2B39-4616-AA9D-AD6E5291D739}" destId="{B1A1F26A-54FA-4930-9982-DE584EC7B3C1}" srcOrd="1" destOrd="0" presId="urn:microsoft.com/office/officeart/2005/8/layout/list1"/>
    <dgm:cxn modelId="{1FE1AF29-9C0A-42CF-828B-2F8879688AB3}" type="presOf" srcId="{B8F06055-2F29-455C-8F9E-DF05100B5AB1}" destId="{260E782C-F6CC-48E8-A94F-6F483C4AA36D}" srcOrd="0" destOrd="0" presId="urn:microsoft.com/office/officeart/2005/8/layout/list1"/>
    <dgm:cxn modelId="{CD481330-B85D-469A-961C-828E8A24488F}" type="presOf" srcId="{530D49ED-B5BF-4C88-A2A0-7D62DE5E9961}" destId="{4535D71F-C99C-4BBB-848D-03646B7D2CD4}" srcOrd="0" destOrd="0" presId="urn:microsoft.com/office/officeart/2005/8/layout/list1"/>
    <dgm:cxn modelId="{5D69B563-6B08-4D87-8102-54DB5A338D4F}" type="presOf" srcId="{88E2BC53-2B39-4616-AA9D-AD6E5291D739}" destId="{93A6D8E6-AF3F-4D94-A0F5-6D04E2F7067A}" srcOrd="0" destOrd="0" presId="urn:microsoft.com/office/officeart/2005/8/layout/list1"/>
    <dgm:cxn modelId="{B615F94B-D9C6-47D9-A506-80959824A9FE}" type="presOf" srcId="{03FF696A-1F9E-4968-99CD-4D021F57D57E}" destId="{153251DF-DB8C-481C-9B3C-A88F1DC8EFDB}" srcOrd="0" destOrd="0" presId="urn:microsoft.com/office/officeart/2005/8/layout/list1"/>
    <dgm:cxn modelId="{40A3766D-0C17-4265-964B-4E76BD4183C3}" type="presOf" srcId="{11ECED13-8B04-403F-8A39-AFB0D18AD046}" destId="{EF23C54B-0B40-445A-B5E9-E97A7FEAA5FB}" srcOrd="1" destOrd="0" presId="urn:microsoft.com/office/officeart/2005/8/layout/list1"/>
    <dgm:cxn modelId="{2C76134E-474D-4045-9800-46FB80871F50}" type="presOf" srcId="{434158CB-8E0C-4858-A891-7585B0EF8290}" destId="{755A1E57-54A4-4E66-9F77-9831E78AB2CB}" srcOrd="1" destOrd="0" presId="urn:microsoft.com/office/officeart/2005/8/layout/list1"/>
    <dgm:cxn modelId="{755ACE6E-3827-40B8-93AC-D466ED568A98}" srcId="{530D49ED-B5BF-4C88-A2A0-7D62DE5E9961}" destId="{9EA41E2A-0898-4780-9A7C-E84E02556F43}" srcOrd="0" destOrd="0" parTransId="{1923C353-53E4-4597-9F13-39F9E441A7C0}" sibTransId="{FA78526F-62FB-4227-8A76-68664A8440BE}"/>
    <dgm:cxn modelId="{39C61F7B-3CAB-434C-8087-D0BA36BC936B}" srcId="{530D49ED-B5BF-4C88-A2A0-7D62DE5E9961}" destId="{03FF696A-1F9E-4968-99CD-4D021F57D57E}" srcOrd="1" destOrd="0" parTransId="{50456D8E-1C37-4042-9E6F-BA5B0969E474}" sibTransId="{1664D155-8618-487D-88C2-5CF18DC8357D}"/>
    <dgm:cxn modelId="{ABBD697B-5125-4B4B-AA1E-FE4C492BF5EA}" srcId="{530D49ED-B5BF-4C88-A2A0-7D62DE5E9961}" destId="{B8F06055-2F29-455C-8F9E-DF05100B5AB1}" srcOrd="4" destOrd="0" parTransId="{53E44F3B-DEC6-4647-8D03-001824C76C02}" sibTransId="{E0E05001-A261-4159-89C7-6F453F199DE0}"/>
    <dgm:cxn modelId="{48DAE081-9397-4D09-AAD1-72050ACED6D2}" srcId="{530D49ED-B5BF-4C88-A2A0-7D62DE5E9961}" destId="{434158CB-8E0C-4858-A891-7585B0EF8290}" srcOrd="3" destOrd="0" parTransId="{F84D0572-7E7B-4915-9232-AF7310CBB5EE}" sibTransId="{FC6AC85A-7476-4F3E-845F-AB0108D070BD}"/>
    <dgm:cxn modelId="{BCDC3088-64FA-46BE-B76F-C3FFB15DFB7D}" srcId="{530D49ED-B5BF-4C88-A2A0-7D62DE5E9961}" destId="{88E2BC53-2B39-4616-AA9D-AD6E5291D739}" srcOrd="5" destOrd="0" parTransId="{5656D927-142F-4E91-9638-487EC5078830}" sibTransId="{DD986DDA-18F7-47C9-B799-FC83576CE40A}"/>
    <dgm:cxn modelId="{95395189-9DEE-407C-B6F0-37938E58C20D}" type="presOf" srcId="{B8F06055-2F29-455C-8F9E-DF05100B5AB1}" destId="{C76818EF-EDCB-48E5-BC44-6667EB4A5EC6}" srcOrd="1" destOrd="0" presId="urn:microsoft.com/office/officeart/2005/8/layout/list1"/>
    <dgm:cxn modelId="{3F582E98-EE0A-4673-9049-E255DE40D04A}" type="presOf" srcId="{11ECED13-8B04-403F-8A39-AFB0D18AD046}" destId="{F8BA8F00-8102-48A2-8F81-452FB5844FFD}" srcOrd="0" destOrd="0" presId="urn:microsoft.com/office/officeart/2005/8/layout/list1"/>
    <dgm:cxn modelId="{D959459D-5E25-4D4A-9B1C-96818186962D}" srcId="{530D49ED-B5BF-4C88-A2A0-7D62DE5E9961}" destId="{11ECED13-8B04-403F-8A39-AFB0D18AD046}" srcOrd="2" destOrd="0" parTransId="{2DCA1E75-E3CE-448D-BEFA-38E631B2CDD0}" sibTransId="{910FB986-7B64-46E3-B54F-F12384EB40D2}"/>
    <dgm:cxn modelId="{CBD776C4-98E8-44A3-9B12-29091D0CB014}" type="presOf" srcId="{03FF696A-1F9E-4968-99CD-4D021F57D57E}" destId="{FBC6A303-2A85-4B40-ADA5-5FD720293EFA}" srcOrd="1" destOrd="0" presId="urn:microsoft.com/office/officeart/2005/8/layout/list1"/>
    <dgm:cxn modelId="{667A6DE0-EB2A-476B-8535-A19EC34F6674}" type="presOf" srcId="{9EA41E2A-0898-4780-9A7C-E84E02556F43}" destId="{D47A9FCA-5C67-4728-8CAC-6C0DFFAAEDD2}" srcOrd="0" destOrd="0" presId="urn:microsoft.com/office/officeart/2005/8/layout/list1"/>
    <dgm:cxn modelId="{760A22E7-52D2-45B8-8411-3642CFC91A93}" type="presOf" srcId="{9EA41E2A-0898-4780-9A7C-E84E02556F43}" destId="{4D28F763-4E47-4F48-9F72-614E29A55E16}" srcOrd="1" destOrd="0" presId="urn:microsoft.com/office/officeart/2005/8/layout/list1"/>
    <dgm:cxn modelId="{D0EA01D9-00BE-4C43-83D0-DC4BBA14AFA9}" type="presParOf" srcId="{4535D71F-C99C-4BBB-848D-03646B7D2CD4}" destId="{75158F4E-C838-4AB0-B910-7831294DD229}" srcOrd="0" destOrd="0" presId="urn:microsoft.com/office/officeart/2005/8/layout/list1"/>
    <dgm:cxn modelId="{77352B5B-9341-4FBD-AEE8-8E599D3AB18B}" type="presParOf" srcId="{75158F4E-C838-4AB0-B910-7831294DD229}" destId="{D47A9FCA-5C67-4728-8CAC-6C0DFFAAEDD2}" srcOrd="0" destOrd="0" presId="urn:microsoft.com/office/officeart/2005/8/layout/list1"/>
    <dgm:cxn modelId="{8AA49252-8614-46F2-AEDC-661F446FAC6E}" type="presParOf" srcId="{75158F4E-C838-4AB0-B910-7831294DD229}" destId="{4D28F763-4E47-4F48-9F72-614E29A55E16}" srcOrd="1" destOrd="0" presId="urn:microsoft.com/office/officeart/2005/8/layout/list1"/>
    <dgm:cxn modelId="{3B946303-50FF-4FD9-BD3F-8043BC555348}" type="presParOf" srcId="{4535D71F-C99C-4BBB-848D-03646B7D2CD4}" destId="{5CAD2807-F10B-4430-9E35-5B457D983D3C}" srcOrd="1" destOrd="0" presId="urn:microsoft.com/office/officeart/2005/8/layout/list1"/>
    <dgm:cxn modelId="{E46885C4-6EFD-4ED3-A0C9-793CAB88F8E5}" type="presParOf" srcId="{4535D71F-C99C-4BBB-848D-03646B7D2CD4}" destId="{C0A38F49-32C3-40BB-9E18-761E1269D78B}" srcOrd="2" destOrd="0" presId="urn:microsoft.com/office/officeart/2005/8/layout/list1"/>
    <dgm:cxn modelId="{FF5B2858-06EF-41F3-A724-4AA80BE5CA6A}" type="presParOf" srcId="{4535D71F-C99C-4BBB-848D-03646B7D2CD4}" destId="{C5A2F797-F5A2-4267-AD60-D8082F07950C}" srcOrd="3" destOrd="0" presId="urn:microsoft.com/office/officeart/2005/8/layout/list1"/>
    <dgm:cxn modelId="{20AC195E-6C57-4756-AB4A-46495DA7692E}" type="presParOf" srcId="{4535D71F-C99C-4BBB-848D-03646B7D2CD4}" destId="{8D758F9C-CC4F-4F9F-8EC7-31CE24E81936}" srcOrd="4" destOrd="0" presId="urn:microsoft.com/office/officeart/2005/8/layout/list1"/>
    <dgm:cxn modelId="{7F121B50-64FD-426A-ADC0-DB95469016B8}" type="presParOf" srcId="{8D758F9C-CC4F-4F9F-8EC7-31CE24E81936}" destId="{153251DF-DB8C-481C-9B3C-A88F1DC8EFDB}" srcOrd="0" destOrd="0" presId="urn:microsoft.com/office/officeart/2005/8/layout/list1"/>
    <dgm:cxn modelId="{58F3E0C9-C978-46B1-8513-6BAB567E6DBF}" type="presParOf" srcId="{8D758F9C-CC4F-4F9F-8EC7-31CE24E81936}" destId="{FBC6A303-2A85-4B40-ADA5-5FD720293EFA}" srcOrd="1" destOrd="0" presId="urn:microsoft.com/office/officeart/2005/8/layout/list1"/>
    <dgm:cxn modelId="{75C805C9-C7FD-4BEB-B51E-4318CE5BAAFA}" type="presParOf" srcId="{4535D71F-C99C-4BBB-848D-03646B7D2CD4}" destId="{3B77D8C8-26E6-4EA8-BCBE-023D6D856A80}" srcOrd="5" destOrd="0" presId="urn:microsoft.com/office/officeart/2005/8/layout/list1"/>
    <dgm:cxn modelId="{B8E4D6CC-424D-4745-B734-A3689AF09A91}" type="presParOf" srcId="{4535D71F-C99C-4BBB-848D-03646B7D2CD4}" destId="{9AADB62C-60CB-420F-A846-41D20099C462}" srcOrd="6" destOrd="0" presId="urn:microsoft.com/office/officeart/2005/8/layout/list1"/>
    <dgm:cxn modelId="{F644194D-D8C0-41ED-A5A5-9FD5DE60955E}" type="presParOf" srcId="{4535D71F-C99C-4BBB-848D-03646B7D2CD4}" destId="{2E0BC5D8-6729-416B-8DED-2E2A02DB9D64}" srcOrd="7" destOrd="0" presId="urn:microsoft.com/office/officeart/2005/8/layout/list1"/>
    <dgm:cxn modelId="{080D0823-F191-4CD1-A827-673845DCB70C}" type="presParOf" srcId="{4535D71F-C99C-4BBB-848D-03646B7D2CD4}" destId="{F1411926-A302-4F1A-B562-B88541759E8D}" srcOrd="8" destOrd="0" presId="urn:microsoft.com/office/officeart/2005/8/layout/list1"/>
    <dgm:cxn modelId="{73DAF5DF-A644-44EC-823F-E6FA4EB8F5E0}" type="presParOf" srcId="{F1411926-A302-4F1A-B562-B88541759E8D}" destId="{F8BA8F00-8102-48A2-8F81-452FB5844FFD}" srcOrd="0" destOrd="0" presId="urn:microsoft.com/office/officeart/2005/8/layout/list1"/>
    <dgm:cxn modelId="{0043A697-9DB6-4853-9846-38F68C812222}" type="presParOf" srcId="{F1411926-A302-4F1A-B562-B88541759E8D}" destId="{EF23C54B-0B40-445A-B5E9-E97A7FEAA5FB}" srcOrd="1" destOrd="0" presId="urn:microsoft.com/office/officeart/2005/8/layout/list1"/>
    <dgm:cxn modelId="{72D87DAF-9F73-4CFB-9964-41FEE9D0C3CC}" type="presParOf" srcId="{4535D71F-C99C-4BBB-848D-03646B7D2CD4}" destId="{FF0CE76C-5DC7-4F1E-89E4-ED1E4D649CFE}" srcOrd="9" destOrd="0" presId="urn:microsoft.com/office/officeart/2005/8/layout/list1"/>
    <dgm:cxn modelId="{E1899FC5-474D-474E-A8D0-1C811536F403}" type="presParOf" srcId="{4535D71F-C99C-4BBB-848D-03646B7D2CD4}" destId="{E6BB27D0-66E0-42A2-8268-54B0FD1CE6BA}" srcOrd="10" destOrd="0" presId="urn:microsoft.com/office/officeart/2005/8/layout/list1"/>
    <dgm:cxn modelId="{95CB6285-7678-486B-BB53-78C26FFCC27A}" type="presParOf" srcId="{4535D71F-C99C-4BBB-848D-03646B7D2CD4}" destId="{46178D2E-1C28-4CF2-AF9B-A01490DC9A54}" srcOrd="11" destOrd="0" presId="urn:microsoft.com/office/officeart/2005/8/layout/list1"/>
    <dgm:cxn modelId="{314568E6-4850-4EC1-A2DD-005504AF76D6}" type="presParOf" srcId="{4535D71F-C99C-4BBB-848D-03646B7D2CD4}" destId="{06448314-A7B0-438F-9B66-A6A97DA03B23}" srcOrd="12" destOrd="0" presId="urn:microsoft.com/office/officeart/2005/8/layout/list1"/>
    <dgm:cxn modelId="{6D237AC3-194E-4AA0-A49B-A678B5133642}" type="presParOf" srcId="{06448314-A7B0-438F-9B66-A6A97DA03B23}" destId="{BE58CD0A-AA4F-4D65-A485-F5F14BF3411A}" srcOrd="0" destOrd="0" presId="urn:microsoft.com/office/officeart/2005/8/layout/list1"/>
    <dgm:cxn modelId="{02F9FED9-1A25-471D-A976-C9D082618A5B}" type="presParOf" srcId="{06448314-A7B0-438F-9B66-A6A97DA03B23}" destId="{755A1E57-54A4-4E66-9F77-9831E78AB2CB}" srcOrd="1" destOrd="0" presId="urn:microsoft.com/office/officeart/2005/8/layout/list1"/>
    <dgm:cxn modelId="{6A4C0BFC-BE8F-431F-AFB9-AA6B7848F842}" type="presParOf" srcId="{4535D71F-C99C-4BBB-848D-03646B7D2CD4}" destId="{B0B16755-525D-44F8-80CF-AB834A315555}" srcOrd="13" destOrd="0" presId="urn:microsoft.com/office/officeart/2005/8/layout/list1"/>
    <dgm:cxn modelId="{133F5572-5F3D-44F2-8EDA-A0531218669D}" type="presParOf" srcId="{4535D71F-C99C-4BBB-848D-03646B7D2CD4}" destId="{DD4DAA33-1769-49C5-88A2-0E9604D05E07}" srcOrd="14" destOrd="0" presId="urn:microsoft.com/office/officeart/2005/8/layout/list1"/>
    <dgm:cxn modelId="{679A1D6E-C943-47FE-B75F-DC0975ADC1C9}" type="presParOf" srcId="{4535D71F-C99C-4BBB-848D-03646B7D2CD4}" destId="{F4F5384B-935A-49A3-AE20-13371EF2FF2F}" srcOrd="15" destOrd="0" presId="urn:microsoft.com/office/officeart/2005/8/layout/list1"/>
    <dgm:cxn modelId="{AD104121-0044-4B6F-8889-9555AF44B485}" type="presParOf" srcId="{4535D71F-C99C-4BBB-848D-03646B7D2CD4}" destId="{781AEA23-8221-42C2-A521-BDD21E5B6978}" srcOrd="16" destOrd="0" presId="urn:microsoft.com/office/officeart/2005/8/layout/list1"/>
    <dgm:cxn modelId="{3CA25B82-206F-4029-8A17-05872C6906EA}" type="presParOf" srcId="{781AEA23-8221-42C2-A521-BDD21E5B6978}" destId="{260E782C-F6CC-48E8-A94F-6F483C4AA36D}" srcOrd="0" destOrd="0" presId="urn:microsoft.com/office/officeart/2005/8/layout/list1"/>
    <dgm:cxn modelId="{3ED62366-52D9-43B5-885C-0C7694EA96DB}" type="presParOf" srcId="{781AEA23-8221-42C2-A521-BDD21E5B6978}" destId="{C76818EF-EDCB-48E5-BC44-6667EB4A5EC6}" srcOrd="1" destOrd="0" presId="urn:microsoft.com/office/officeart/2005/8/layout/list1"/>
    <dgm:cxn modelId="{B8F0026A-478C-4543-98BA-B904C56B1138}" type="presParOf" srcId="{4535D71F-C99C-4BBB-848D-03646B7D2CD4}" destId="{B23564D1-0507-4FCE-B2A5-56CC1B5A5031}" srcOrd="17" destOrd="0" presId="urn:microsoft.com/office/officeart/2005/8/layout/list1"/>
    <dgm:cxn modelId="{43CE2AB1-FE84-437C-AC41-CF195364839A}" type="presParOf" srcId="{4535D71F-C99C-4BBB-848D-03646B7D2CD4}" destId="{978178A5-7D07-4DDC-9921-CB0C8C552128}" srcOrd="18" destOrd="0" presId="urn:microsoft.com/office/officeart/2005/8/layout/list1"/>
    <dgm:cxn modelId="{CA688EBD-AA6E-4079-BA1A-A05573F6DDF4}" type="presParOf" srcId="{4535D71F-C99C-4BBB-848D-03646B7D2CD4}" destId="{CC4EDBA2-B39C-42DC-B284-23086DEACD47}" srcOrd="19" destOrd="0" presId="urn:microsoft.com/office/officeart/2005/8/layout/list1"/>
    <dgm:cxn modelId="{5D5EEC7E-E47F-441B-B6AE-D243ED6220B3}" type="presParOf" srcId="{4535D71F-C99C-4BBB-848D-03646B7D2CD4}" destId="{2AE328A6-8452-46D1-9506-9E5A3545DE37}" srcOrd="20" destOrd="0" presId="urn:microsoft.com/office/officeart/2005/8/layout/list1"/>
    <dgm:cxn modelId="{ED2143E6-ACBD-4605-A869-57742E2EE6EA}" type="presParOf" srcId="{2AE328A6-8452-46D1-9506-9E5A3545DE37}" destId="{93A6D8E6-AF3F-4D94-A0F5-6D04E2F7067A}" srcOrd="0" destOrd="0" presId="urn:microsoft.com/office/officeart/2005/8/layout/list1"/>
    <dgm:cxn modelId="{6F70F5AA-5956-4639-A131-411C7ED92575}" type="presParOf" srcId="{2AE328A6-8452-46D1-9506-9E5A3545DE37}" destId="{B1A1F26A-54FA-4930-9982-DE584EC7B3C1}" srcOrd="1" destOrd="0" presId="urn:microsoft.com/office/officeart/2005/8/layout/list1"/>
    <dgm:cxn modelId="{DA50B6BB-4A08-4CFA-9E95-96AEBC27DD1A}" type="presParOf" srcId="{4535D71F-C99C-4BBB-848D-03646B7D2CD4}" destId="{BDF2A05D-BC7A-49E9-A636-3E08FBA20690}" srcOrd="21" destOrd="0" presId="urn:microsoft.com/office/officeart/2005/8/layout/list1"/>
    <dgm:cxn modelId="{C1A6F20F-C462-4E9F-800C-0CF240D1BEE3}" type="presParOf" srcId="{4535D71F-C99C-4BBB-848D-03646B7D2CD4}" destId="{267D734F-2F2E-486E-B734-D694DDB23135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64719A-848B-4C1B-AC70-04D05261A31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5025900-A7C7-4415-90AA-16A6F3F511FE}">
      <dgm:prSet/>
      <dgm:spPr/>
      <dgm:t>
        <a:bodyPr/>
        <a:lstStyle/>
        <a:p>
          <a:r>
            <a:rPr lang="en-US" b="0"/>
            <a:t>Dr. Weather is an advanced AI engineered to provide comprehensive and accurate weather-related information. </a:t>
          </a:r>
          <a:endParaRPr lang="en-US"/>
        </a:p>
      </dgm:t>
    </dgm:pt>
    <dgm:pt modelId="{F4C890D7-1746-4DFC-83E2-E6AB3861EF57}" type="parTrans" cxnId="{650584D2-199E-45FE-B1B8-3C963F93B4EA}">
      <dgm:prSet/>
      <dgm:spPr/>
      <dgm:t>
        <a:bodyPr/>
        <a:lstStyle/>
        <a:p>
          <a:endParaRPr lang="en-US"/>
        </a:p>
      </dgm:t>
    </dgm:pt>
    <dgm:pt modelId="{C34C2BF4-5CF8-46C9-A9C5-7BD84B6BD275}" type="sibTrans" cxnId="{650584D2-199E-45FE-B1B8-3C963F93B4EA}">
      <dgm:prSet/>
      <dgm:spPr/>
      <dgm:t>
        <a:bodyPr/>
        <a:lstStyle/>
        <a:p>
          <a:endParaRPr lang="en-US"/>
        </a:p>
      </dgm:t>
    </dgm:pt>
    <dgm:pt modelId="{368C052C-428C-4EAA-85F4-2F7A92734AAF}">
      <dgm:prSet/>
      <dgm:spPr/>
      <dgm:t>
        <a:bodyPr/>
        <a:lstStyle/>
        <a:p>
          <a:r>
            <a:rPr lang="en-US" b="0"/>
            <a:t>Dr</a:t>
          </a:r>
          <a:r>
            <a:rPr lang="en-US"/>
            <a:t>. Weather </a:t>
          </a:r>
          <a:r>
            <a:rPr lang="en-US" b="0"/>
            <a:t>uses advanced OpenAI models like GPT-4 to generate responses to user queries.</a:t>
          </a:r>
          <a:endParaRPr lang="en-US"/>
        </a:p>
      </dgm:t>
    </dgm:pt>
    <dgm:pt modelId="{38FC6EFD-2ECA-4172-99B6-7FAFB5D8EFCD}" type="parTrans" cxnId="{951A599F-76B2-4E96-A300-77DA9A11C345}">
      <dgm:prSet/>
      <dgm:spPr/>
      <dgm:t>
        <a:bodyPr/>
        <a:lstStyle/>
        <a:p>
          <a:endParaRPr lang="en-US"/>
        </a:p>
      </dgm:t>
    </dgm:pt>
    <dgm:pt modelId="{9B37A2EC-77C2-46FD-9B61-406F7674D3B2}" type="sibTrans" cxnId="{951A599F-76B2-4E96-A300-77DA9A11C345}">
      <dgm:prSet/>
      <dgm:spPr/>
      <dgm:t>
        <a:bodyPr/>
        <a:lstStyle/>
        <a:p>
          <a:endParaRPr lang="en-US"/>
        </a:p>
      </dgm:t>
    </dgm:pt>
    <dgm:pt modelId="{B3F12E9C-654E-4DC0-9E7C-BB110F8CB75B}">
      <dgm:prSet/>
      <dgm:spPr/>
      <dgm:t>
        <a:bodyPr/>
        <a:lstStyle/>
        <a:p>
          <a:r>
            <a:rPr lang="en-US" b="0" i="0" baseline="0"/>
            <a:t>The responses are generated based on a comprehensive, expert-verified knowledge base.</a:t>
          </a:r>
          <a:endParaRPr lang="en-US"/>
        </a:p>
      </dgm:t>
    </dgm:pt>
    <dgm:pt modelId="{32469551-0B92-4A98-99F4-320C866FED97}" type="parTrans" cxnId="{292ECE4A-1C87-42E6-BB34-B36D1178CE47}">
      <dgm:prSet/>
      <dgm:spPr/>
      <dgm:t>
        <a:bodyPr/>
        <a:lstStyle/>
        <a:p>
          <a:endParaRPr lang="en-US"/>
        </a:p>
      </dgm:t>
    </dgm:pt>
    <dgm:pt modelId="{9B1217D7-3502-4F6A-A7B2-AEEA307C22EA}" type="sibTrans" cxnId="{292ECE4A-1C87-42E6-BB34-B36D1178CE47}">
      <dgm:prSet/>
      <dgm:spPr/>
      <dgm:t>
        <a:bodyPr/>
        <a:lstStyle/>
        <a:p>
          <a:endParaRPr lang="en-US"/>
        </a:p>
      </dgm:t>
    </dgm:pt>
    <dgm:pt modelId="{57CE52CE-EF8E-44F9-9F29-450EC720C1D6}" type="pres">
      <dgm:prSet presAssocID="{1E64719A-848B-4C1B-AC70-04D05261A31B}" presName="root" presStyleCnt="0">
        <dgm:presLayoutVars>
          <dgm:dir/>
          <dgm:resizeHandles val="exact"/>
        </dgm:presLayoutVars>
      </dgm:prSet>
      <dgm:spPr/>
    </dgm:pt>
    <dgm:pt modelId="{DF23555B-2EB5-4765-8E64-6970DD42E540}" type="pres">
      <dgm:prSet presAssocID="{75025900-A7C7-4415-90AA-16A6F3F511FE}" presName="compNode" presStyleCnt="0"/>
      <dgm:spPr/>
    </dgm:pt>
    <dgm:pt modelId="{BF29541A-EB85-4B9F-B9EB-C402E166B5A3}" type="pres">
      <dgm:prSet presAssocID="{75025900-A7C7-4415-90AA-16A6F3F511FE}" presName="bgRect" presStyleLbl="bgShp" presStyleIdx="0" presStyleCnt="3"/>
      <dgm:spPr/>
    </dgm:pt>
    <dgm:pt modelId="{9E50360B-4685-4BA8-B2C0-96258DB42171}" type="pres">
      <dgm:prSet presAssocID="{75025900-A7C7-4415-90AA-16A6F3F511FE}" presName="iconRect" presStyleLbl="nod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7290740-AE99-4D0D-8018-1E494B764C31}" type="pres">
      <dgm:prSet presAssocID="{75025900-A7C7-4415-90AA-16A6F3F511FE}" presName="spaceRect" presStyleCnt="0"/>
      <dgm:spPr/>
    </dgm:pt>
    <dgm:pt modelId="{622493D9-EDBB-44DA-920E-F78B02D0E671}" type="pres">
      <dgm:prSet presAssocID="{75025900-A7C7-4415-90AA-16A6F3F511FE}" presName="parTx" presStyleLbl="revTx" presStyleIdx="0" presStyleCnt="3">
        <dgm:presLayoutVars>
          <dgm:chMax val="0"/>
          <dgm:chPref val="0"/>
        </dgm:presLayoutVars>
      </dgm:prSet>
      <dgm:spPr/>
    </dgm:pt>
    <dgm:pt modelId="{727D4C5C-F151-4CC0-B56D-76B6FF60DC58}" type="pres">
      <dgm:prSet presAssocID="{C34C2BF4-5CF8-46C9-A9C5-7BD84B6BD275}" presName="sibTrans" presStyleCnt="0"/>
      <dgm:spPr/>
    </dgm:pt>
    <dgm:pt modelId="{1E4CE82A-628E-4FBD-AED8-7682F98B2CF9}" type="pres">
      <dgm:prSet presAssocID="{368C052C-428C-4EAA-85F4-2F7A92734AAF}" presName="compNode" presStyleCnt="0"/>
      <dgm:spPr/>
    </dgm:pt>
    <dgm:pt modelId="{F766AA0D-3F71-48FA-AA9A-D6E61075051D}" type="pres">
      <dgm:prSet presAssocID="{368C052C-428C-4EAA-85F4-2F7A92734AAF}" presName="bgRect" presStyleLbl="bgShp" presStyleIdx="1" presStyleCnt="3"/>
      <dgm:spPr/>
    </dgm:pt>
    <dgm:pt modelId="{C446CD2A-800F-45A1-953C-97864CDAD818}" type="pres">
      <dgm:prSet presAssocID="{368C052C-428C-4EAA-85F4-2F7A92734AAF}" presName="iconRect" presStyleLbl="node1" presStyleIdx="1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AD9A0FF-ED4B-4281-879E-932C4EE657D7}" type="pres">
      <dgm:prSet presAssocID="{368C052C-428C-4EAA-85F4-2F7A92734AAF}" presName="spaceRect" presStyleCnt="0"/>
      <dgm:spPr/>
    </dgm:pt>
    <dgm:pt modelId="{B6260736-9E9A-4675-BC27-FA5B2CA02331}" type="pres">
      <dgm:prSet presAssocID="{368C052C-428C-4EAA-85F4-2F7A92734AAF}" presName="parTx" presStyleLbl="revTx" presStyleIdx="1" presStyleCnt="3">
        <dgm:presLayoutVars>
          <dgm:chMax val="0"/>
          <dgm:chPref val="0"/>
        </dgm:presLayoutVars>
      </dgm:prSet>
      <dgm:spPr/>
    </dgm:pt>
    <dgm:pt modelId="{D7E164F1-567E-4B3C-B3F8-1CBDDF2862DF}" type="pres">
      <dgm:prSet presAssocID="{9B37A2EC-77C2-46FD-9B61-406F7674D3B2}" presName="sibTrans" presStyleCnt="0"/>
      <dgm:spPr/>
    </dgm:pt>
    <dgm:pt modelId="{EA0BBF35-7EA3-45A3-9E19-829895057B58}" type="pres">
      <dgm:prSet presAssocID="{B3F12E9C-654E-4DC0-9E7C-BB110F8CB75B}" presName="compNode" presStyleCnt="0"/>
      <dgm:spPr/>
    </dgm:pt>
    <dgm:pt modelId="{8C864ACF-42FD-4C63-93FA-75B4A724C71F}" type="pres">
      <dgm:prSet presAssocID="{B3F12E9C-654E-4DC0-9E7C-BB110F8CB75B}" presName="bgRect" presStyleLbl="bgShp" presStyleIdx="2" presStyleCnt="3"/>
      <dgm:spPr/>
    </dgm:pt>
    <dgm:pt modelId="{97359610-A942-4FD5-90B2-A8AF92288944}" type="pres">
      <dgm:prSet presAssocID="{B3F12E9C-654E-4DC0-9E7C-BB110F8CB75B}" presName="iconRect" presStyleLbl="node1" presStyleIdx="2" presStyleCnt="3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557A4CA0-FCB6-415B-AC3B-C92045A12E64}" type="pres">
      <dgm:prSet presAssocID="{B3F12E9C-654E-4DC0-9E7C-BB110F8CB75B}" presName="spaceRect" presStyleCnt="0"/>
      <dgm:spPr/>
    </dgm:pt>
    <dgm:pt modelId="{B196ADF2-8B79-4378-B9D1-FEA108A9D10D}" type="pres">
      <dgm:prSet presAssocID="{B3F12E9C-654E-4DC0-9E7C-BB110F8CB75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6D7E00A-FEE4-4C53-974F-0C9C32106548}" type="presOf" srcId="{75025900-A7C7-4415-90AA-16A6F3F511FE}" destId="{622493D9-EDBB-44DA-920E-F78B02D0E671}" srcOrd="0" destOrd="0" presId="urn:microsoft.com/office/officeart/2018/2/layout/IconVerticalSolidList"/>
    <dgm:cxn modelId="{292ECE4A-1C87-42E6-BB34-B36D1178CE47}" srcId="{1E64719A-848B-4C1B-AC70-04D05261A31B}" destId="{B3F12E9C-654E-4DC0-9E7C-BB110F8CB75B}" srcOrd="2" destOrd="0" parTransId="{32469551-0B92-4A98-99F4-320C866FED97}" sibTransId="{9B1217D7-3502-4F6A-A7B2-AEEA307C22EA}"/>
    <dgm:cxn modelId="{806FB54B-5784-461C-9BC6-F320C0C6EB2D}" type="presOf" srcId="{368C052C-428C-4EAA-85F4-2F7A92734AAF}" destId="{B6260736-9E9A-4675-BC27-FA5B2CA02331}" srcOrd="0" destOrd="0" presId="urn:microsoft.com/office/officeart/2018/2/layout/IconVerticalSolidList"/>
    <dgm:cxn modelId="{CDECE88C-FBB2-4081-8639-24DC7E862637}" type="presOf" srcId="{B3F12E9C-654E-4DC0-9E7C-BB110F8CB75B}" destId="{B196ADF2-8B79-4378-B9D1-FEA108A9D10D}" srcOrd="0" destOrd="0" presId="urn:microsoft.com/office/officeart/2018/2/layout/IconVerticalSolidList"/>
    <dgm:cxn modelId="{951A599F-76B2-4E96-A300-77DA9A11C345}" srcId="{1E64719A-848B-4C1B-AC70-04D05261A31B}" destId="{368C052C-428C-4EAA-85F4-2F7A92734AAF}" srcOrd="1" destOrd="0" parTransId="{38FC6EFD-2ECA-4172-99B6-7FAFB5D8EFCD}" sibTransId="{9B37A2EC-77C2-46FD-9B61-406F7674D3B2}"/>
    <dgm:cxn modelId="{FC1A26BC-4BC6-42AB-941F-BC962E6141FF}" type="presOf" srcId="{1E64719A-848B-4C1B-AC70-04D05261A31B}" destId="{57CE52CE-EF8E-44F9-9F29-450EC720C1D6}" srcOrd="0" destOrd="0" presId="urn:microsoft.com/office/officeart/2018/2/layout/IconVerticalSolidList"/>
    <dgm:cxn modelId="{650584D2-199E-45FE-B1B8-3C963F93B4EA}" srcId="{1E64719A-848B-4C1B-AC70-04D05261A31B}" destId="{75025900-A7C7-4415-90AA-16A6F3F511FE}" srcOrd="0" destOrd="0" parTransId="{F4C890D7-1746-4DFC-83E2-E6AB3861EF57}" sibTransId="{C34C2BF4-5CF8-46C9-A9C5-7BD84B6BD275}"/>
    <dgm:cxn modelId="{2CF75B24-040D-4980-BC85-01A9A4520C40}" type="presParOf" srcId="{57CE52CE-EF8E-44F9-9F29-450EC720C1D6}" destId="{DF23555B-2EB5-4765-8E64-6970DD42E540}" srcOrd="0" destOrd="0" presId="urn:microsoft.com/office/officeart/2018/2/layout/IconVerticalSolidList"/>
    <dgm:cxn modelId="{0287BFA4-23DE-4095-8B27-F1A622EACAFD}" type="presParOf" srcId="{DF23555B-2EB5-4765-8E64-6970DD42E540}" destId="{BF29541A-EB85-4B9F-B9EB-C402E166B5A3}" srcOrd="0" destOrd="0" presId="urn:microsoft.com/office/officeart/2018/2/layout/IconVerticalSolidList"/>
    <dgm:cxn modelId="{BEB27337-D4F3-4B97-A992-24CDD0D57257}" type="presParOf" srcId="{DF23555B-2EB5-4765-8E64-6970DD42E540}" destId="{9E50360B-4685-4BA8-B2C0-96258DB42171}" srcOrd="1" destOrd="0" presId="urn:microsoft.com/office/officeart/2018/2/layout/IconVerticalSolidList"/>
    <dgm:cxn modelId="{B85672E3-2B67-49E7-9B6E-6D66A1402E0A}" type="presParOf" srcId="{DF23555B-2EB5-4765-8E64-6970DD42E540}" destId="{67290740-AE99-4D0D-8018-1E494B764C31}" srcOrd="2" destOrd="0" presId="urn:microsoft.com/office/officeart/2018/2/layout/IconVerticalSolidList"/>
    <dgm:cxn modelId="{FC308CA0-D9FC-4D7E-8699-B94C2F1AB85F}" type="presParOf" srcId="{DF23555B-2EB5-4765-8E64-6970DD42E540}" destId="{622493D9-EDBB-44DA-920E-F78B02D0E671}" srcOrd="3" destOrd="0" presId="urn:microsoft.com/office/officeart/2018/2/layout/IconVerticalSolidList"/>
    <dgm:cxn modelId="{361536D0-78C5-437D-9B56-EFB79F4B9311}" type="presParOf" srcId="{57CE52CE-EF8E-44F9-9F29-450EC720C1D6}" destId="{727D4C5C-F151-4CC0-B56D-76B6FF60DC58}" srcOrd="1" destOrd="0" presId="urn:microsoft.com/office/officeart/2018/2/layout/IconVerticalSolidList"/>
    <dgm:cxn modelId="{E9477411-2630-4CFB-941B-000BFAB80AB3}" type="presParOf" srcId="{57CE52CE-EF8E-44F9-9F29-450EC720C1D6}" destId="{1E4CE82A-628E-4FBD-AED8-7682F98B2CF9}" srcOrd="2" destOrd="0" presId="urn:microsoft.com/office/officeart/2018/2/layout/IconVerticalSolidList"/>
    <dgm:cxn modelId="{143BE011-BF35-49B0-AB59-8A81FBEDE60F}" type="presParOf" srcId="{1E4CE82A-628E-4FBD-AED8-7682F98B2CF9}" destId="{F766AA0D-3F71-48FA-AA9A-D6E61075051D}" srcOrd="0" destOrd="0" presId="urn:microsoft.com/office/officeart/2018/2/layout/IconVerticalSolidList"/>
    <dgm:cxn modelId="{AF3FCACD-51D3-4654-9910-4FCF33F7A23C}" type="presParOf" srcId="{1E4CE82A-628E-4FBD-AED8-7682F98B2CF9}" destId="{C446CD2A-800F-45A1-953C-97864CDAD818}" srcOrd="1" destOrd="0" presId="urn:microsoft.com/office/officeart/2018/2/layout/IconVerticalSolidList"/>
    <dgm:cxn modelId="{1C5606AA-050D-4AE1-9231-E0B4AA13B201}" type="presParOf" srcId="{1E4CE82A-628E-4FBD-AED8-7682F98B2CF9}" destId="{AAD9A0FF-ED4B-4281-879E-932C4EE657D7}" srcOrd="2" destOrd="0" presId="urn:microsoft.com/office/officeart/2018/2/layout/IconVerticalSolidList"/>
    <dgm:cxn modelId="{81D48913-1AAC-46CA-9821-F5DB3B1ED62A}" type="presParOf" srcId="{1E4CE82A-628E-4FBD-AED8-7682F98B2CF9}" destId="{B6260736-9E9A-4675-BC27-FA5B2CA02331}" srcOrd="3" destOrd="0" presId="urn:microsoft.com/office/officeart/2018/2/layout/IconVerticalSolidList"/>
    <dgm:cxn modelId="{8398E8BF-C8BB-4CD5-AE70-84A413BA635B}" type="presParOf" srcId="{57CE52CE-EF8E-44F9-9F29-450EC720C1D6}" destId="{D7E164F1-567E-4B3C-B3F8-1CBDDF2862DF}" srcOrd="3" destOrd="0" presId="urn:microsoft.com/office/officeart/2018/2/layout/IconVerticalSolidList"/>
    <dgm:cxn modelId="{13D1B12B-67A1-4F4F-B93D-1042A2E4A0DE}" type="presParOf" srcId="{57CE52CE-EF8E-44F9-9F29-450EC720C1D6}" destId="{EA0BBF35-7EA3-45A3-9E19-829895057B58}" srcOrd="4" destOrd="0" presId="urn:microsoft.com/office/officeart/2018/2/layout/IconVerticalSolidList"/>
    <dgm:cxn modelId="{55196579-E0F2-40E6-8CA7-7CA6334C4C52}" type="presParOf" srcId="{EA0BBF35-7EA3-45A3-9E19-829895057B58}" destId="{8C864ACF-42FD-4C63-93FA-75B4A724C71F}" srcOrd="0" destOrd="0" presId="urn:microsoft.com/office/officeart/2018/2/layout/IconVerticalSolidList"/>
    <dgm:cxn modelId="{FDEC25F2-7740-4144-9441-7B5AC8453CD6}" type="presParOf" srcId="{EA0BBF35-7EA3-45A3-9E19-829895057B58}" destId="{97359610-A942-4FD5-90B2-A8AF92288944}" srcOrd="1" destOrd="0" presId="urn:microsoft.com/office/officeart/2018/2/layout/IconVerticalSolidList"/>
    <dgm:cxn modelId="{4E530896-39EC-4A4D-B448-A87379983321}" type="presParOf" srcId="{EA0BBF35-7EA3-45A3-9E19-829895057B58}" destId="{557A4CA0-FCB6-415B-AC3B-C92045A12E64}" srcOrd="2" destOrd="0" presId="urn:microsoft.com/office/officeart/2018/2/layout/IconVerticalSolidList"/>
    <dgm:cxn modelId="{846BA846-CF46-43B1-9E42-EE2708F652A3}" type="presParOf" srcId="{EA0BBF35-7EA3-45A3-9E19-829895057B58}" destId="{B196ADF2-8B79-4378-B9D1-FEA108A9D10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06A2DA-D23E-4AFD-9AA3-9D14F07C2CC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2331702-457F-46B9-A808-1B7A7F37C388}">
      <dgm:prSet/>
      <dgm:spPr/>
      <dgm:t>
        <a:bodyPr/>
        <a:lstStyle/>
        <a:p>
          <a:r>
            <a:rPr lang="en-US"/>
            <a:t>Getting detailed weather info is often inefficient and can be inaccurate due to scattered sources. </a:t>
          </a:r>
        </a:p>
      </dgm:t>
    </dgm:pt>
    <dgm:pt modelId="{E46FDC2F-1470-4294-8743-CEA2A4AEDBA9}" type="parTrans" cxnId="{DF5A36EA-76D7-4060-855C-5AB742F07745}">
      <dgm:prSet/>
      <dgm:spPr/>
      <dgm:t>
        <a:bodyPr/>
        <a:lstStyle/>
        <a:p>
          <a:endParaRPr lang="en-US"/>
        </a:p>
      </dgm:t>
    </dgm:pt>
    <dgm:pt modelId="{31159BD1-9101-4B5B-9E08-62B966CEC8AD}" type="sibTrans" cxnId="{DF5A36EA-76D7-4060-855C-5AB742F07745}">
      <dgm:prSet/>
      <dgm:spPr/>
      <dgm:t>
        <a:bodyPr/>
        <a:lstStyle/>
        <a:p>
          <a:endParaRPr lang="en-US"/>
        </a:p>
      </dgm:t>
    </dgm:pt>
    <dgm:pt modelId="{433D1B87-2DB8-489B-8CA0-1E1ACE1728DA}">
      <dgm:prSet/>
      <dgm:spPr/>
      <dgm:t>
        <a:bodyPr/>
        <a:lstStyle/>
        <a:p>
          <a:r>
            <a:rPr lang="en-US"/>
            <a:t>Plus, relying on general AI for weather questions can result in shallow and factually weak responses.</a:t>
          </a:r>
        </a:p>
      </dgm:t>
    </dgm:pt>
    <dgm:pt modelId="{E9BE300E-E49D-41DC-8558-A4937A0A3DF0}" type="parTrans" cxnId="{F78A511E-F1C6-4030-88DC-7C6AAD636111}">
      <dgm:prSet/>
      <dgm:spPr/>
      <dgm:t>
        <a:bodyPr/>
        <a:lstStyle/>
        <a:p>
          <a:endParaRPr lang="en-US"/>
        </a:p>
      </dgm:t>
    </dgm:pt>
    <dgm:pt modelId="{950659E1-53E3-43A7-8CFA-519D63CFD648}" type="sibTrans" cxnId="{F78A511E-F1C6-4030-88DC-7C6AAD636111}">
      <dgm:prSet/>
      <dgm:spPr/>
      <dgm:t>
        <a:bodyPr/>
        <a:lstStyle/>
        <a:p>
          <a:endParaRPr lang="en-US"/>
        </a:p>
      </dgm:t>
    </dgm:pt>
    <dgm:pt modelId="{FBFF9EC8-A8C3-45AE-A6DF-A4E30E339F22}" type="pres">
      <dgm:prSet presAssocID="{6506A2DA-D23E-4AFD-9AA3-9D14F07C2CCC}" presName="root" presStyleCnt="0">
        <dgm:presLayoutVars>
          <dgm:dir/>
          <dgm:resizeHandles val="exact"/>
        </dgm:presLayoutVars>
      </dgm:prSet>
      <dgm:spPr/>
    </dgm:pt>
    <dgm:pt modelId="{5DD2C9F6-7B81-423E-B091-379BCC046A28}" type="pres">
      <dgm:prSet presAssocID="{A2331702-457F-46B9-A808-1B7A7F37C388}" presName="compNode" presStyleCnt="0"/>
      <dgm:spPr/>
    </dgm:pt>
    <dgm:pt modelId="{403BCAC3-89F9-43A3-95D4-F4D66107F70C}" type="pres">
      <dgm:prSet presAssocID="{A2331702-457F-46B9-A808-1B7A7F37C388}" presName="bgRect" presStyleLbl="bgShp" presStyleIdx="0" presStyleCnt="2"/>
      <dgm:spPr/>
    </dgm:pt>
    <dgm:pt modelId="{30809BEB-6EF5-46DA-89A3-951BB83F2C1F}" type="pres">
      <dgm:prSet presAssocID="{A2331702-457F-46B9-A808-1B7A7F37C388}" presName="iconRect" presStyleLbl="nod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BB23C696-CE41-454A-925D-AB1264A612A5}" type="pres">
      <dgm:prSet presAssocID="{A2331702-457F-46B9-A808-1B7A7F37C388}" presName="spaceRect" presStyleCnt="0"/>
      <dgm:spPr/>
    </dgm:pt>
    <dgm:pt modelId="{F351B266-3638-48A2-84E3-88D055854BFF}" type="pres">
      <dgm:prSet presAssocID="{A2331702-457F-46B9-A808-1B7A7F37C388}" presName="parTx" presStyleLbl="revTx" presStyleIdx="0" presStyleCnt="2">
        <dgm:presLayoutVars>
          <dgm:chMax val="0"/>
          <dgm:chPref val="0"/>
        </dgm:presLayoutVars>
      </dgm:prSet>
      <dgm:spPr/>
    </dgm:pt>
    <dgm:pt modelId="{C0ED5BE1-BE49-4CDE-A367-1FA98764360E}" type="pres">
      <dgm:prSet presAssocID="{31159BD1-9101-4B5B-9E08-62B966CEC8AD}" presName="sibTrans" presStyleCnt="0"/>
      <dgm:spPr/>
    </dgm:pt>
    <dgm:pt modelId="{BFA90D9A-7C8C-4DF9-821F-73090AD6A1F4}" type="pres">
      <dgm:prSet presAssocID="{433D1B87-2DB8-489B-8CA0-1E1ACE1728DA}" presName="compNode" presStyleCnt="0"/>
      <dgm:spPr/>
    </dgm:pt>
    <dgm:pt modelId="{F92DF465-4B5E-4E25-93FA-7F856FCF7778}" type="pres">
      <dgm:prSet presAssocID="{433D1B87-2DB8-489B-8CA0-1E1ACE1728DA}" presName="bgRect" presStyleLbl="bgShp" presStyleIdx="1" presStyleCnt="2"/>
      <dgm:spPr/>
    </dgm:pt>
    <dgm:pt modelId="{733EEBAD-0B5D-4133-86A8-39ACCD36D1D6}" type="pres">
      <dgm:prSet presAssocID="{433D1B87-2DB8-489B-8CA0-1E1ACE1728DA}" presName="iconRect" presStyleLbl="node1" presStyleIdx="1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AF71A45A-59CC-489E-B634-3F6146374124}" type="pres">
      <dgm:prSet presAssocID="{433D1B87-2DB8-489B-8CA0-1E1ACE1728DA}" presName="spaceRect" presStyleCnt="0"/>
      <dgm:spPr/>
    </dgm:pt>
    <dgm:pt modelId="{9F4DE0B3-DA49-4B4F-91AF-AE06E86A0B19}" type="pres">
      <dgm:prSet presAssocID="{433D1B87-2DB8-489B-8CA0-1E1ACE1728D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78A511E-F1C6-4030-88DC-7C6AAD636111}" srcId="{6506A2DA-D23E-4AFD-9AA3-9D14F07C2CCC}" destId="{433D1B87-2DB8-489B-8CA0-1E1ACE1728DA}" srcOrd="1" destOrd="0" parTransId="{E9BE300E-E49D-41DC-8558-A4937A0A3DF0}" sibTransId="{950659E1-53E3-43A7-8CFA-519D63CFD648}"/>
    <dgm:cxn modelId="{2B8C906A-4CCB-4287-A4AD-D286FD7BBD79}" type="presOf" srcId="{A2331702-457F-46B9-A808-1B7A7F37C388}" destId="{F351B266-3638-48A2-84E3-88D055854BFF}" srcOrd="0" destOrd="0" presId="urn:microsoft.com/office/officeart/2018/2/layout/IconVerticalSolidList"/>
    <dgm:cxn modelId="{6B3BCD8F-1FB4-4594-905B-5DC11B6F051E}" type="presOf" srcId="{433D1B87-2DB8-489B-8CA0-1E1ACE1728DA}" destId="{9F4DE0B3-DA49-4B4F-91AF-AE06E86A0B19}" srcOrd="0" destOrd="0" presId="urn:microsoft.com/office/officeart/2018/2/layout/IconVerticalSolidList"/>
    <dgm:cxn modelId="{DF5A36EA-76D7-4060-855C-5AB742F07745}" srcId="{6506A2DA-D23E-4AFD-9AA3-9D14F07C2CCC}" destId="{A2331702-457F-46B9-A808-1B7A7F37C388}" srcOrd="0" destOrd="0" parTransId="{E46FDC2F-1470-4294-8743-CEA2A4AEDBA9}" sibTransId="{31159BD1-9101-4B5B-9E08-62B966CEC8AD}"/>
    <dgm:cxn modelId="{DA93F0ED-A830-49AE-B741-EEB3A5010C99}" type="presOf" srcId="{6506A2DA-D23E-4AFD-9AA3-9D14F07C2CCC}" destId="{FBFF9EC8-A8C3-45AE-A6DF-A4E30E339F22}" srcOrd="0" destOrd="0" presId="urn:microsoft.com/office/officeart/2018/2/layout/IconVerticalSolidList"/>
    <dgm:cxn modelId="{6A769D4E-7AD2-480D-82B8-76C29F10FA58}" type="presParOf" srcId="{FBFF9EC8-A8C3-45AE-A6DF-A4E30E339F22}" destId="{5DD2C9F6-7B81-423E-B091-379BCC046A28}" srcOrd="0" destOrd="0" presId="urn:microsoft.com/office/officeart/2018/2/layout/IconVerticalSolidList"/>
    <dgm:cxn modelId="{E1A7BFC1-1DAE-4381-8C8C-3D4192A4DF21}" type="presParOf" srcId="{5DD2C9F6-7B81-423E-B091-379BCC046A28}" destId="{403BCAC3-89F9-43A3-95D4-F4D66107F70C}" srcOrd="0" destOrd="0" presId="urn:microsoft.com/office/officeart/2018/2/layout/IconVerticalSolidList"/>
    <dgm:cxn modelId="{BE2FD0C7-3D02-4BD7-AEAD-5937C36701A9}" type="presParOf" srcId="{5DD2C9F6-7B81-423E-B091-379BCC046A28}" destId="{30809BEB-6EF5-46DA-89A3-951BB83F2C1F}" srcOrd="1" destOrd="0" presId="urn:microsoft.com/office/officeart/2018/2/layout/IconVerticalSolidList"/>
    <dgm:cxn modelId="{DE28C65A-98EB-4F01-9D14-623936F002B1}" type="presParOf" srcId="{5DD2C9F6-7B81-423E-B091-379BCC046A28}" destId="{BB23C696-CE41-454A-925D-AB1264A612A5}" srcOrd="2" destOrd="0" presId="urn:microsoft.com/office/officeart/2018/2/layout/IconVerticalSolidList"/>
    <dgm:cxn modelId="{700D1825-6465-4998-BD8D-F3383B8C82D3}" type="presParOf" srcId="{5DD2C9F6-7B81-423E-B091-379BCC046A28}" destId="{F351B266-3638-48A2-84E3-88D055854BFF}" srcOrd="3" destOrd="0" presId="urn:microsoft.com/office/officeart/2018/2/layout/IconVerticalSolidList"/>
    <dgm:cxn modelId="{1D5B9381-ADD0-4579-9F75-F8D5E41A6D3A}" type="presParOf" srcId="{FBFF9EC8-A8C3-45AE-A6DF-A4E30E339F22}" destId="{C0ED5BE1-BE49-4CDE-A367-1FA98764360E}" srcOrd="1" destOrd="0" presId="urn:microsoft.com/office/officeart/2018/2/layout/IconVerticalSolidList"/>
    <dgm:cxn modelId="{BC7636C2-3781-4B33-9DCE-111992854F3B}" type="presParOf" srcId="{FBFF9EC8-A8C3-45AE-A6DF-A4E30E339F22}" destId="{BFA90D9A-7C8C-4DF9-821F-73090AD6A1F4}" srcOrd="2" destOrd="0" presId="urn:microsoft.com/office/officeart/2018/2/layout/IconVerticalSolidList"/>
    <dgm:cxn modelId="{B71532D2-BB56-450A-95B4-C8273946D680}" type="presParOf" srcId="{BFA90D9A-7C8C-4DF9-821F-73090AD6A1F4}" destId="{F92DF465-4B5E-4E25-93FA-7F856FCF7778}" srcOrd="0" destOrd="0" presId="urn:microsoft.com/office/officeart/2018/2/layout/IconVerticalSolidList"/>
    <dgm:cxn modelId="{4F99CB9E-27B4-4F9C-81D1-EB696385A861}" type="presParOf" srcId="{BFA90D9A-7C8C-4DF9-821F-73090AD6A1F4}" destId="{733EEBAD-0B5D-4133-86A8-39ACCD36D1D6}" srcOrd="1" destOrd="0" presId="urn:microsoft.com/office/officeart/2018/2/layout/IconVerticalSolidList"/>
    <dgm:cxn modelId="{4E6E2BED-68BA-4DB2-8177-668EB6387898}" type="presParOf" srcId="{BFA90D9A-7C8C-4DF9-821F-73090AD6A1F4}" destId="{AF71A45A-59CC-489E-B634-3F6146374124}" srcOrd="2" destOrd="0" presId="urn:microsoft.com/office/officeart/2018/2/layout/IconVerticalSolidList"/>
    <dgm:cxn modelId="{9B7566AA-3987-4BA5-A518-D65746F15EC6}" type="presParOf" srcId="{BFA90D9A-7C8C-4DF9-821F-73090AD6A1F4}" destId="{9F4DE0B3-DA49-4B4F-91AF-AE06E86A0B1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44AAEA5-53CD-42FE-A378-A2E14E68170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0E8FA47-3112-4C63-B035-C31B9659997E}">
      <dgm:prSet/>
      <dgm:spPr/>
      <dgm:t>
        <a:bodyPr/>
        <a:lstStyle/>
        <a:p>
          <a:r>
            <a:rPr lang="en-US" b="1"/>
            <a:t>Improved Accuracy and Reliability: </a:t>
          </a:r>
          <a:r>
            <a:rPr lang="en-US"/>
            <a:t>Enhances response quality by grounding answers in trusted, domain-specific meteorological data.</a:t>
          </a:r>
        </a:p>
      </dgm:t>
    </dgm:pt>
    <dgm:pt modelId="{A106EF2D-5633-4BE1-8522-ABAC27F5CE4B}" type="parTrans" cxnId="{FC31A51A-6B1E-4AFF-A07B-AEEDDDCF1C06}">
      <dgm:prSet/>
      <dgm:spPr/>
      <dgm:t>
        <a:bodyPr/>
        <a:lstStyle/>
        <a:p>
          <a:endParaRPr lang="en-US"/>
        </a:p>
      </dgm:t>
    </dgm:pt>
    <dgm:pt modelId="{04847111-C09E-4A58-B162-A1D37E1AC428}" type="sibTrans" cxnId="{FC31A51A-6B1E-4AFF-A07B-AEEDDDCF1C06}">
      <dgm:prSet/>
      <dgm:spPr/>
      <dgm:t>
        <a:bodyPr/>
        <a:lstStyle/>
        <a:p>
          <a:endParaRPr lang="en-US"/>
        </a:p>
      </dgm:t>
    </dgm:pt>
    <dgm:pt modelId="{CF8ED754-CC3A-4B74-8DF8-7DB3F78E797D}">
      <dgm:prSet/>
      <dgm:spPr/>
      <dgm:t>
        <a:bodyPr/>
        <a:lstStyle/>
        <a:p>
          <a:r>
            <a:rPr lang="en-US" b="1"/>
            <a:t>Efficient Information Retrieval:</a:t>
          </a:r>
          <a:r>
            <a:rPr lang="en-US"/>
            <a:t> Streamlines access to precise weather information with sources, eliminating the need to manually search through extensive documents.</a:t>
          </a:r>
        </a:p>
      </dgm:t>
    </dgm:pt>
    <dgm:pt modelId="{28B8BC94-5F62-4D21-993C-E80E87523C4C}" type="parTrans" cxnId="{01722F12-8756-48C1-9A11-BB3CE19CF32B}">
      <dgm:prSet/>
      <dgm:spPr/>
      <dgm:t>
        <a:bodyPr/>
        <a:lstStyle/>
        <a:p>
          <a:endParaRPr lang="en-US"/>
        </a:p>
      </dgm:t>
    </dgm:pt>
    <dgm:pt modelId="{156A7816-1545-4905-B4D4-7368CAD0013A}" type="sibTrans" cxnId="{01722F12-8756-48C1-9A11-BB3CE19CF32B}">
      <dgm:prSet/>
      <dgm:spPr/>
      <dgm:t>
        <a:bodyPr/>
        <a:lstStyle/>
        <a:p>
          <a:endParaRPr lang="en-US"/>
        </a:p>
      </dgm:t>
    </dgm:pt>
    <dgm:pt modelId="{2EB6E3E8-DD09-402A-82DC-D8AF18A08DD7}" type="pres">
      <dgm:prSet presAssocID="{844AAEA5-53CD-42FE-A378-A2E14E681708}" presName="root" presStyleCnt="0">
        <dgm:presLayoutVars>
          <dgm:dir/>
          <dgm:resizeHandles val="exact"/>
        </dgm:presLayoutVars>
      </dgm:prSet>
      <dgm:spPr/>
    </dgm:pt>
    <dgm:pt modelId="{1D4323D0-F96C-4AD4-9DF9-225AE449CAC8}" type="pres">
      <dgm:prSet presAssocID="{C0E8FA47-3112-4C63-B035-C31B9659997E}" presName="compNode" presStyleCnt="0"/>
      <dgm:spPr/>
    </dgm:pt>
    <dgm:pt modelId="{8F1EDAC4-3C41-448A-AC60-C64804F9DA9B}" type="pres">
      <dgm:prSet presAssocID="{C0E8FA47-3112-4C63-B035-C31B9659997E}" presName="bgRect" presStyleLbl="bgShp" presStyleIdx="0" presStyleCnt="2"/>
      <dgm:spPr/>
    </dgm:pt>
    <dgm:pt modelId="{178F627A-FAE9-41A0-A308-D3C6B347808A}" type="pres">
      <dgm:prSet presAssocID="{C0E8FA47-3112-4C63-B035-C31B9659997E}" presName="iconRect" presStyleLbl="nod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bow"/>
        </a:ext>
      </dgm:extLst>
    </dgm:pt>
    <dgm:pt modelId="{E10C52FD-E403-412A-875A-DBDFC9A2A689}" type="pres">
      <dgm:prSet presAssocID="{C0E8FA47-3112-4C63-B035-C31B9659997E}" presName="spaceRect" presStyleCnt="0"/>
      <dgm:spPr/>
    </dgm:pt>
    <dgm:pt modelId="{2B38C60E-FCDB-4452-B9E7-94E67A1EE393}" type="pres">
      <dgm:prSet presAssocID="{C0E8FA47-3112-4C63-B035-C31B9659997E}" presName="parTx" presStyleLbl="revTx" presStyleIdx="0" presStyleCnt="2">
        <dgm:presLayoutVars>
          <dgm:chMax val="0"/>
          <dgm:chPref val="0"/>
        </dgm:presLayoutVars>
      </dgm:prSet>
      <dgm:spPr/>
    </dgm:pt>
    <dgm:pt modelId="{FC790AA6-8DDD-48AE-99CD-726D6C4B5A74}" type="pres">
      <dgm:prSet presAssocID="{04847111-C09E-4A58-B162-A1D37E1AC428}" presName="sibTrans" presStyleCnt="0"/>
      <dgm:spPr/>
    </dgm:pt>
    <dgm:pt modelId="{B07E49F3-63FC-4A6A-9D50-817E67CFC255}" type="pres">
      <dgm:prSet presAssocID="{CF8ED754-CC3A-4B74-8DF8-7DB3F78E797D}" presName="compNode" presStyleCnt="0"/>
      <dgm:spPr/>
    </dgm:pt>
    <dgm:pt modelId="{9312D25A-1BD0-411B-9AA8-BF99A7B90FD1}" type="pres">
      <dgm:prSet presAssocID="{CF8ED754-CC3A-4B74-8DF8-7DB3F78E797D}" presName="bgRect" presStyleLbl="bgShp" presStyleIdx="1" presStyleCnt="2"/>
      <dgm:spPr/>
    </dgm:pt>
    <dgm:pt modelId="{17FF444C-32FA-4A76-8F79-B9A523649F40}" type="pres">
      <dgm:prSet presAssocID="{CF8ED754-CC3A-4B74-8DF8-7DB3F78E797D}" presName="iconRect" presStyleLbl="node1" presStyleIdx="1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038E62D-63D5-48BC-85EA-41568468FE27}" type="pres">
      <dgm:prSet presAssocID="{CF8ED754-CC3A-4B74-8DF8-7DB3F78E797D}" presName="spaceRect" presStyleCnt="0"/>
      <dgm:spPr/>
    </dgm:pt>
    <dgm:pt modelId="{D652771E-90A0-4FF6-BF89-C03A84652D23}" type="pres">
      <dgm:prSet presAssocID="{CF8ED754-CC3A-4B74-8DF8-7DB3F78E797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FD03F0F-4C7C-4239-B91B-A9AEAAF9AF20}" type="presOf" srcId="{CF8ED754-CC3A-4B74-8DF8-7DB3F78E797D}" destId="{D652771E-90A0-4FF6-BF89-C03A84652D23}" srcOrd="0" destOrd="0" presId="urn:microsoft.com/office/officeart/2018/2/layout/IconVerticalSolidList"/>
    <dgm:cxn modelId="{01722F12-8756-48C1-9A11-BB3CE19CF32B}" srcId="{844AAEA5-53CD-42FE-A378-A2E14E681708}" destId="{CF8ED754-CC3A-4B74-8DF8-7DB3F78E797D}" srcOrd="1" destOrd="0" parTransId="{28B8BC94-5F62-4D21-993C-E80E87523C4C}" sibTransId="{156A7816-1545-4905-B4D4-7368CAD0013A}"/>
    <dgm:cxn modelId="{FC31A51A-6B1E-4AFF-A07B-AEEDDDCF1C06}" srcId="{844AAEA5-53CD-42FE-A378-A2E14E681708}" destId="{C0E8FA47-3112-4C63-B035-C31B9659997E}" srcOrd="0" destOrd="0" parTransId="{A106EF2D-5633-4BE1-8522-ABAC27F5CE4B}" sibTransId="{04847111-C09E-4A58-B162-A1D37E1AC428}"/>
    <dgm:cxn modelId="{30D93724-16FD-48E6-AF5E-3E3070727463}" type="presOf" srcId="{844AAEA5-53CD-42FE-A378-A2E14E681708}" destId="{2EB6E3E8-DD09-402A-82DC-D8AF18A08DD7}" srcOrd="0" destOrd="0" presId="urn:microsoft.com/office/officeart/2018/2/layout/IconVerticalSolidList"/>
    <dgm:cxn modelId="{36075D8C-9108-47FB-B7AC-955A5D336614}" type="presOf" srcId="{C0E8FA47-3112-4C63-B035-C31B9659997E}" destId="{2B38C60E-FCDB-4452-B9E7-94E67A1EE393}" srcOrd="0" destOrd="0" presId="urn:microsoft.com/office/officeart/2018/2/layout/IconVerticalSolidList"/>
    <dgm:cxn modelId="{5B022794-B6E8-4C7C-901D-BF0ED6C1A75F}" type="presParOf" srcId="{2EB6E3E8-DD09-402A-82DC-D8AF18A08DD7}" destId="{1D4323D0-F96C-4AD4-9DF9-225AE449CAC8}" srcOrd="0" destOrd="0" presId="urn:microsoft.com/office/officeart/2018/2/layout/IconVerticalSolidList"/>
    <dgm:cxn modelId="{F6D65D8A-F402-4728-91EC-86BF272F733F}" type="presParOf" srcId="{1D4323D0-F96C-4AD4-9DF9-225AE449CAC8}" destId="{8F1EDAC4-3C41-448A-AC60-C64804F9DA9B}" srcOrd="0" destOrd="0" presId="urn:microsoft.com/office/officeart/2018/2/layout/IconVerticalSolidList"/>
    <dgm:cxn modelId="{EF5C1AF1-1498-4521-ADC5-6F11D0282AC6}" type="presParOf" srcId="{1D4323D0-F96C-4AD4-9DF9-225AE449CAC8}" destId="{178F627A-FAE9-41A0-A308-D3C6B347808A}" srcOrd="1" destOrd="0" presId="urn:microsoft.com/office/officeart/2018/2/layout/IconVerticalSolidList"/>
    <dgm:cxn modelId="{C1884FE7-5B6C-473B-B789-3E260BBCC8E9}" type="presParOf" srcId="{1D4323D0-F96C-4AD4-9DF9-225AE449CAC8}" destId="{E10C52FD-E403-412A-875A-DBDFC9A2A689}" srcOrd="2" destOrd="0" presId="urn:microsoft.com/office/officeart/2018/2/layout/IconVerticalSolidList"/>
    <dgm:cxn modelId="{C5F30A94-90BC-40D7-94DC-998DF8A7CC4C}" type="presParOf" srcId="{1D4323D0-F96C-4AD4-9DF9-225AE449CAC8}" destId="{2B38C60E-FCDB-4452-B9E7-94E67A1EE393}" srcOrd="3" destOrd="0" presId="urn:microsoft.com/office/officeart/2018/2/layout/IconVerticalSolidList"/>
    <dgm:cxn modelId="{E9BFADB3-44F9-428C-9703-D68A913DD601}" type="presParOf" srcId="{2EB6E3E8-DD09-402A-82DC-D8AF18A08DD7}" destId="{FC790AA6-8DDD-48AE-99CD-726D6C4B5A74}" srcOrd="1" destOrd="0" presId="urn:microsoft.com/office/officeart/2018/2/layout/IconVerticalSolidList"/>
    <dgm:cxn modelId="{64F53FA8-3000-4AFD-B9A6-3D50C48593FD}" type="presParOf" srcId="{2EB6E3E8-DD09-402A-82DC-D8AF18A08DD7}" destId="{B07E49F3-63FC-4A6A-9D50-817E67CFC255}" srcOrd="2" destOrd="0" presId="urn:microsoft.com/office/officeart/2018/2/layout/IconVerticalSolidList"/>
    <dgm:cxn modelId="{929637A1-663E-4AF2-A30F-B29B68CCF6F8}" type="presParOf" srcId="{B07E49F3-63FC-4A6A-9D50-817E67CFC255}" destId="{9312D25A-1BD0-411B-9AA8-BF99A7B90FD1}" srcOrd="0" destOrd="0" presId="urn:microsoft.com/office/officeart/2018/2/layout/IconVerticalSolidList"/>
    <dgm:cxn modelId="{85241D21-F730-4816-BC87-1E33A963D31D}" type="presParOf" srcId="{B07E49F3-63FC-4A6A-9D50-817E67CFC255}" destId="{17FF444C-32FA-4A76-8F79-B9A523649F40}" srcOrd="1" destOrd="0" presId="urn:microsoft.com/office/officeart/2018/2/layout/IconVerticalSolidList"/>
    <dgm:cxn modelId="{C1A3E390-007A-49DD-931E-07653296BC76}" type="presParOf" srcId="{B07E49F3-63FC-4A6A-9D50-817E67CFC255}" destId="{C038E62D-63D5-48BC-85EA-41568468FE27}" srcOrd="2" destOrd="0" presId="urn:microsoft.com/office/officeart/2018/2/layout/IconVerticalSolidList"/>
    <dgm:cxn modelId="{111AEDE7-BA58-4668-AF9A-99452262576B}" type="presParOf" srcId="{B07E49F3-63FC-4A6A-9D50-817E67CFC255}" destId="{D652771E-90A0-4FF6-BF89-C03A84652D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03EDE33-0A7A-4EA5-B7D9-F8661BC8375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93D2CD9-4003-451E-9131-F6048C68F281}">
      <dgm:prSet/>
      <dgm:spPr/>
      <dgm:t>
        <a:bodyPr/>
        <a:lstStyle/>
        <a:p>
          <a:r>
            <a:rPr lang="en-US" b="1"/>
            <a:t>Idea Brainstorming</a:t>
          </a:r>
          <a:endParaRPr lang="en-US"/>
        </a:p>
      </dgm:t>
    </dgm:pt>
    <dgm:pt modelId="{99F55399-C0C6-49EA-83AC-E4877D2DDA0B}" type="parTrans" cxnId="{B216F020-B1BB-4C8F-933B-7E01FD7836AD}">
      <dgm:prSet/>
      <dgm:spPr/>
      <dgm:t>
        <a:bodyPr/>
        <a:lstStyle/>
        <a:p>
          <a:endParaRPr lang="en-US"/>
        </a:p>
      </dgm:t>
    </dgm:pt>
    <dgm:pt modelId="{6AB4CD07-0A22-4A87-B55B-45E4A026D227}" type="sibTrans" cxnId="{B216F020-B1BB-4C8F-933B-7E01FD7836AD}">
      <dgm:prSet/>
      <dgm:spPr/>
      <dgm:t>
        <a:bodyPr/>
        <a:lstStyle/>
        <a:p>
          <a:endParaRPr lang="en-US"/>
        </a:p>
      </dgm:t>
    </dgm:pt>
    <dgm:pt modelId="{A376996E-025C-4E94-A459-AA07752B909C}">
      <dgm:prSet/>
      <dgm:spPr/>
      <dgm:t>
        <a:bodyPr/>
        <a:lstStyle/>
        <a:p>
          <a:r>
            <a:rPr lang="en-US" b="1"/>
            <a:t>Data Collection </a:t>
          </a:r>
          <a:endParaRPr lang="en-US"/>
        </a:p>
      </dgm:t>
    </dgm:pt>
    <dgm:pt modelId="{A24A9006-EE93-4848-A2CD-38DCC1DDF5DD}" type="parTrans" cxnId="{C3CCEFF8-C806-4A97-A747-DB62EF0BB0F9}">
      <dgm:prSet/>
      <dgm:spPr/>
      <dgm:t>
        <a:bodyPr/>
        <a:lstStyle/>
        <a:p>
          <a:endParaRPr lang="en-US"/>
        </a:p>
      </dgm:t>
    </dgm:pt>
    <dgm:pt modelId="{4E94ED73-6C54-4BB5-8510-B8DBAD8C4FA7}" type="sibTrans" cxnId="{C3CCEFF8-C806-4A97-A747-DB62EF0BB0F9}">
      <dgm:prSet/>
      <dgm:spPr/>
      <dgm:t>
        <a:bodyPr/>
        <a:lstStyle/>
        <a:p>
          <a:endParaRPr lang="en-US"/>
        </a:p>
      </dgm:t>
    </dgm:pt>
    <dgm:pt modelId="{2CD6EE42-D3EC-436D-A119-33E0AAC5FA11}">
      <dgm:prSet/>
      <dgm:spPr/>
      <dgm:t>
        <a:bodyPr/>
        <a:lstStyle/>
        <a:p>
          <a:r>
            <a:rPr lang="en-US" b="1"/>
            <a:t>Data Integration into App – Reloading vector store multiple times</a:t>
          </a:r>
          <a:endParaRPr lang="en-US"/>
        </a:p>
      </dgm:t>
    </dgm:pt>
    <dgm:pt modelId="{B5992E0A-5DC0-4505-A66D-ADA12BB6B644}" type="parTrans" cxnId="{3D8C8C6E-52CC-46DA-8D9F-E57E5F90353D}">
      <dgm:prSet/>
      <dgm:spPr/>
      <dgm:t>
        <a:bodyPr/>
        <a:lstStyle/>
        <a:p>
          <a:endParaRPr lang="en-US"/>
        </a:p>
      </dgm:t>
    </dgm:pt>
    <dgm:pt modelId="{DAF1291E-FDA7-4C8B-8367-AD8C9ECBCC7A}" type="sibTrans" cxnId="{3D8C8C6E-52CC-46DA-8D9F-E57E5F90353D}">
      <dgm:prSet/>
      <dgm:spPr/>
      <dgm:t>
        <a:bodyPr/>
        <a:lstStyle/>
        <a:p>
          <a:endParaRPr lang="en-US"/>
        </a:p>
      </dgm:t>
    </dgm:pt>
    <dgm:pt modelId="{DB6AF94C-F35A-4074-9C88-5F86AF85DCC2}">
      <dgm:prSet/>
      <dgm:spPr/>
      <dgm:t>
        <a:bodyPr/>
        <a:lstStyle/>
        <a:p>
          <a:r>
            <a:rPr lang="en-US" b="1"/>
            <a:t>Prompt Engineering – Small talk and irrelevant prompts by users</a:t>
          </a:r>
          <a:endParaRPr lang="en-US"/>
        </a:p>
      </dgm:t>
    </dgm:pt>
    <dgm:pt modelId="{0F74EDE6-ED12-4093-B53E-18847E7B76F6}" type="parTrans" cxnId="{CCF329FC-8F91-4E29-94DA-B10AEBFAF142}">
      <dgm:prSet/>
      <dgm:spPr/>
      <dgm:t>
        <a:bodyPr/>
        <a:lstStyle/>
        <a:p>
          <a:endParaRPr lang="en-US"/>
        </a:p>
      </dgm:t>
    </dgm:pt>
    <dgm:pt modelId="{30A13717-F041-456A-A6E1-A21DBC550D1B}" type="sibTrans" cxnId="{CCF329FC-8F91-4E29-94DA-B10AEBFAF142}">
      <dgm:prSet/>
      <dgm:spPr/>
      <dgm:t>
        <a:bodyPr/>
        <a:lstStyle/>
        <a:p>
          <a:endParaRPr lang="en-US"/>
        </a:p>
      </dgm:t>
    </dgm:pt>
    <dgm:pt modelId="{C5D829B2-B9EC-42DC-81B4-97DE8254D31C}">
      <dgm:prSet/>
      <dgm:spPr/>
      <dgm:t>
        <a:bodyPr/>
        <a:lstStyle/>
        <a:p>
          <a:r>
            <a:rPr lang="en-US" b="1"/>
            <a:t>GitHub Issues – API key pushes, branch merges </a:t>
          </a:r>
          <a:endParaRPr lang="en-US"/>
        </a:p>
      </dgm:t>
    </dgm:pt>
    <dgm:pt modelId="{0BFAA693-4E92-4428-8666-BBC51C958FDB}" type="parTrans" cxnId="{66F1244E-EFC7-4BFF-B618-36F9973E022B}">
      <dgm:prSet/>
      <dgm:spPr/>
      <dgm:t>
        <a:bodyPr/>
        <a:lstStyle/>
        <a:p>
          <a:endParaRPr lang="en-US"/>
        </a:p>
      </dgm:t>
    </dgm:pt>
    <dgm:pt modelId="{05D6D4BF-3B5E-4AD2-863F-8A02F0265C15}" type="sibTrans" cxnId="{66F1244E-EFC7-4BFF-B618-36F9973E022B}">
      <dgm:prSet/>
      <dgm:spPr/>
      <dgm:t>
        <a:bodyPr/>
        <a:lstStyle/>
        <a:p>
          <a:endParaRPr lang="en-US"/>
        </a:p>
      </dgm:t>
    </dgm:pt>
    <dgm:pt modelId="{9EC47760-6684-48A7-B883-FB3530523316}">
      <dgm:prSet/>
      <dgm:spPr/>
      <dgm:t>
        <a:bodyPr/>
        <a:lstStyle/>
        <a:p>
          <a:r>
            <a:rPr lang="en-US" b="1"/>
            <a:t>Code Base Consolidation and Refactoring</a:t>
          </a:r>
          <a:endParaRPr lang="en-US"/>
        </a:p>
      </dgm:t>
    </dgm:pt>
    <dgm:pt modelId="{BA793916-C68D-4F09-A0CF-126FD8AADC09}" type="parTrans" cxnId="{412C85D4-C000-47E6-B43E-B3356A012F60}">
      <dgm:prSet/>
      <dgm:spPr/>
      <dgm:t>
        <a:bodyPr/>
        <a:lstStyle/>
        <a:p>
          <a:endParaRPr lang="en-US"/>
        </a:p>
      </dgm:t>
    </dgm:pt>
    <dgm:pt modelId="{ADCB3853-5B89-4BAD-8E4D-08FF2B0D9FD6}" type="sibTrans" cxnId="{412C85D4-C000-47E6-B43E-B3356A012F60}">
      <dgm:prSet/>
      <dgm:spPr/>
      <dgm:t>
        <a:bodyPr/>
        <a:lstStyle/>
        <a:p>
          <a:endParaRPr lang="en-US"/>
        </a:p>
      </dgm:t>
    </dgm:pt>
    <dgm:pt modelId="{50FE81FA-0DB3-4270-A351-EA6C039BEE36}" type="pres">
      <dgm:prSet presAssocID="{C03EDE33-0A7A-4EA5-B7D9-F8661BC8375B}" presName="Name0" presStyleCnt="0">
        <dgm:presLayoutVars>
          <dgm:dir/>
          <dgm:resizeHandles val="exact"/>
        </dgm:presLayoutVars>
      </dgm:prSet>
      <dgm:spPr/>
    </dgm:pt>
    <dgm:pt modelId="{E007C1AF-A9FA-4678-A7CE-2ED3B64B8A3F}" type="pres">
      <dgm:prSet presAssocID="{293D2CD9-4003-451E-9131-F6048C68F281}" presName="node" presStyleLbl="node1" presStyleIdx="0" presStyleCnt="6">
        <dgm:presLayoutVars>
          <dgm:bulletEnabled val="1"/>
        </dgm:presLayoutVars>
      </dgm:prSet>
      <dgm:spPr/>
    </dgm:pt>
    <dgm:pt modelId="{55E6C142-3B97-4AC6-BD6D-4DB2F9C54E1A}" type="pres">
      <dgm:prSet presAssocID="{6AB4CD07-0A22-4A87-B55B-45E4A026D227}" presName="sibTrans" presStyleLbl="sibTrans1D1" presStyleIdx="0" presStyleCnt="5"/>
      <dgm:spPr/>
    </dgm:pt>
    <dgm:pt modelId="{08E1E967-79C9-478B-8314-E7EF6987BCF7}" type="pres">
      <dgm:prSet presAssocID="{6AB4CD07-0A22-4A87-B55B-45E4A026D227}" presName="connectorText" presStyleLbl="sibTrans1D1" presStyleIdx="0" presStyleCnt="5"/>
      <dgm:spPr/>
    </dgm:pt>
    <dgm:pt modelId="{50E0FD0D-AECD-4049-90F0-BE1D30409DF6}" type="pres">
      <dgm:prSet presAssocID="{A376996E-025C-4E94-A459-AA07752B909C}" presName="node" presStyleLbl="node1" presStyleIdx="1" presStyleCnt="6">
        <dgm:presLayoutVars>
          <dgm:bulletEnabled val="1"/>
        </dgm:presLayoutVars>
      </dgm:prSet>
      <dgm:spPr/>
    </dgm:pt>
    <dgm:pt modelId="{1A98E109-9E74-4364-93D2-FA97CAB5ED0B}" type="pres">
      <dgm:prSet presAssocID="{4E94ED73-6C54-4BB5-8510-B8DBAD8C4FA7}" presName="sibTrans" presStyleLbl="sibTrans1D1" presStyleIdx="1" presStyleCnt="5"/>
      <dgm:spPr/>
    </dgm:pt>
    <dgm:pt modelId="{94718DB1-DD41-4DD7-B886-BAEA9F3E74E0}" type="pres">
      <dgm:prSet presAssocID="{4E94ED73-6C54-4BB5-8510-B8DBAD8C4FA7}" presName="connectorText" presStyleLbl="sibTrans1D1" presStyleIdx="1" presStyleCnt="5"/>
      <dgm:spPr/>
    </dgm:pt>
    <dgm:pt modelId="{D478B6B5-54F5-4CD3-94C3-BEE258B907C8}" type="pres">
      <dgm:prSet presAssocID="{2CD6EE42-D3EC-436D-A119-33E0AAC5FA11}" presName="node" presStyleLbl="node1" presStyleIdx="2" presStyleCnt="6">
        <dgm:presLayoutVars>
          <dgm:bulletEnabled val="1"/>
        </dgm:presLayoutVars>
      </dgm:prSet>
      <dgm:spPr/>
    </dgm:pt>
    <dgm:pt modelId="{9AAD32A2-63F7-46B7-863E-D18A39D45B92}" type="pres">
      <dgm:prSet presAssocID="{DAF1291E-FDA7-4C8B-8367-AD8C9ECBCC7A}" presName="sibTrans" presStyleLbl="sibTrans1D1" presStyleIdx="2" presStyleCnt="5"/>
      <dgm:spPr/>
    </dgm:pt>
    <dgm:pt modelId="{BF7FBAC0-960F-4A1F-A4A6-ED5EB72598DD}" type="pres">
      <dgm:prSet presAssocID="{DAF1291E-FDA7-4C8B-8367-AD8C9ECBCC7A}" presName="connectorText" presStyleLbl="sibTrans1D1" presStyleIdx="2" presStyleCnt="5"/>
      <dgm:spPr/>
    </dgm:pt>
    <dgm:pt modelId="{50EEEF6C-EA70-44C7-B1B5-899E722333D8}" type="pres">
      <dgm:prSet presAssocID="{DB6AF94C-F35A-4074-9C88-5F86AF85DCC2}" presName="node" presStyleLbl="node1" presStyleIdx="3" presStyleCnt="6">
        <dgm:presLayoutVars>
          <dgm:bulletEnabled val="1"/>
        </dgm:presLayoutVars>
      </dgm:prSet>
      <dgm:spPr/>
    </dgm:pt>
    <dgm:pt modelId="{89D97173-AFF8-4CA6-956A-D90C88101DCD}" type="pres">
      <dgm:prSet presAssocID="{30A13717-F041-456A-A6E1-A21DBC550D1B}" presName="sibTrans" presStyleLbl="sibTrans1D1" presStyleIdx="3" presStyleCnt="5"/>
      <dgm:spPr/>
    </dgm:pt>
    <dgm:pt modelId="{4423EAEA-23FE-435C-8646-E9AC38974E27}" type="pres">
      <dgm:prSet presAssocID="{30A13717-F041-456A-A6E1-A21DBC550D1B}" presName="connectorText" presStyleLbl="sibTrans1D1" presStyleIdx="3" presStyleCnt="5"/>
      <dgm:spPr/>
    </dgm:pt>
    <dgm:pt modelId="{3EB3D00A-37F1-4B4B-A7D1-69A985E4DB5E}" type="pres">
      <dgm:prSet presAssocID="{C5D829B2-B9EC-42DC-81B4-97DE8254D31C}" presName="node" presStyleLbl="node1" presStyleIdx="4" presStyleCnt="6">
        <dgm:presLayoutVars>
          <dgm:bulletEnabled val="1"/>
        </dgm:presLayoutVars>
      </dgm:prSet>
      <dgm:spPr/>
    </dgm:pt>
    <dgm:pt modelId="{DD91B1CB-7ADC-44A2-B92E-21D1E47E729A}" type="pres">
      <dgm:prSet presAssocID="{05D6D4BF-3B5E-4AD2-863F-8A02F0265C15}" presName="sibTrans" presStyleLbl="sibTrans1D1" presStyleIdx="4" presStyleCnt="5"/>
      <dgm:spPr/>
    </dgm:pt>
    <dgm:pt modelId="{1EEA86A8-94BF-4BD3-A1EC-513380B98D1A}" type="pres">
      <dgm:prSet presAssocID="{05D6D4BF-3B5E-4AD2-863F-8A02F0265C15}" presName="connectorText" presStyleLbl="sibTrans1D1" presStyleIdx="4" presStyleCnt="5"/>
      <dgm:spPr/>
    </dgm:pt>
    <dgm:pt modelId="{4A1D270C-3F64-4095-B438-7E68C3075E63}" type="pres">
      <dgm:prSet presAssocID="{9EC47760-6684-48A7-B883-FB3530523316}" presName="node" presStyleLbl="node1" presStyleIdx="5" presStyleCnt="6">
        <dgm:presLayoutVars>
          <dgm:bulletEnabled val="1"/>
        </dgm:presLayoutVars>
      </dgm:prSet>
      <dgm:spPr/>
    </dgm:pt>
  </dgm:ptLst>
  <dgm:cxnLst>
    <dgm:cxn modelId="{CA274F0E-51F2-4C6B-AEDF-D272F225A3C6}" type="presOf" srcId="{9EC47760-6684-48A7-B883-FB3530523316}" destId="{4A1D270C-3F64-4095-B438-7E68C3075E63}" srcOrd="0" destOrd="0" presId="urn:microsoft.com/office/officeart/2016/7/layout/RepeatingBendingProcessNew"/>
    <dgm:cxn modelId="{50DD860F-EBBF-4057-AC50-CAFF35C4C1E7}" type="presOf" srcId="{C03EDE33-0A7A-4EA5-B7D9-F8661BC8375B}" destId="{50FE81FA-0DB3-4270-A351-EA6C039BEE36}" srcOrd="0" destOrd="0" presId="urn:microsoft.com/office/officeart/2016/7/layout/RepeatingBendingProcessNew"/>
    <dgm:cxn modelId="{DD317B15-A860-4320-A8CA-A350FDD85600}" type="presOf" srcId="{DAF1291E-FDA7-4C8B-8367-AD8C9ECBCC7A}" destId="{9AAD32A2-63F7-46B7-863E-D18A39D45B92}" srcOrd="0" destOrd="0" presId="urn:microsoft.com/office/officeart/2016/7/layout/RepeatingBendingProcessNew"/>
    <dgm:cxn modelId="{B216F020-B1BB-4C8F-933B-7E01FD7836AD}" srcId="{C03EDE33-0A7A-4EA5-B7D9-F8661BC8375B}" destId="{293D2CD9-4003-451E-9131-F6048C68F281}" srcOrd="0" destOrd="0" parTransId="{99F55399-C0C6-49EA-83AC-E4877D2DDA0B}" sibTransId="{6AB4CD07-0A22-4A87-B55B-45E4A026D227}"/>
    <dgm:cxn modelId="{ABD03E24-B255-4CB6-96B0-5843911FECD0}" type="presOf" srcId="{DB6AF94C-F35A-4074-9C88-5F86AF85DCC2}" destId="{50EEEF6C-EA70-44C7-B1B5-899E722333D8}" srcOrd="0" destOrd="0" presId="urn:microsoft.com/office/officeart/2016/7/layout/RepeatingBendingProcessNew"/>
    <dgm:cxn modelId="{311E4827-FB1B-4DAC-8F2B-E819923E4820}" type="presOf" srcId="{4E94ED73-6C54-4BB5-8510-B8DBAD8C4FA7}" destId="{1A98E109-9E74-4364-93D2-FA97CAB5ED0B}" srcOrd="0" destOrd="0" presId="urn:microsoft.com/office/officeart/2016/7/layout/RepeatingBendingProcessNew"/>
    <dgm:cxn modelId="{24B8DA35-096C-4A23-BFD4-DDB07A7CFB1A}" type="presOf" srcId="{4E94ED73-6C54-4BB5-8510-B8DBAD8C4FA7}" destId="{94718DB1-DD41-4DD7-B886-BAEA9F3E74E0}" srcOrd="1" destOrd="0" presId="urn:microsoft.com/office/officeart/2016/7/layout/RepeatingBendingProcessNew"/>
    <dgm:cxn modelId="{66F1244E-EFC7-4BFF-B618-36F9973E022B}" srcId="{C03EDE33-0A7A-4EA5-B7D9-F8661BC8375B}" destId="{C5D829B2-B9EC-42DC-81B4-97DE8254D31C}" srcOrd="4" destOrd="0" parTransId="{0BFAA693-4E92-4428-8666-BBC51C958FDB}" sibTransId="{05D6D4BF-3B5E-4AD2-863F-8A02F0265C15}"/>
    <dgm:cxn modelId="{3D8C8C6E-52CC-46DA-8D9F-E57E5F90353D}" srcId="{C03EDE33-0A7A-4EA5-B7D9-F8661BC8375B}" destId="{2CD6EE42-D3EC-436D-A119-33E0AAC5FA11}" srcOrd="2" destOrd="0" parTransId="{B5992E0A-5DC0-4505-A66D-ADA12BB6B644}" sibTransId="{DAF1291E-FDA7-4C8B-8367-AD8C9ECBCC7A}"/>
    <dgm:cxn modelId="{FE409F72-3244-4CDC-A8D9-F822EB090D40}" type="presOf" srcId="{6AB4CD07-0A22-4A87-B55B-45E4A026D227}" destId="{55E6C142-3B97-4AC6-BD6D-4DB2F9C54E1A}" srcOrd="0" destOrd="0" presId="urn:microsoft.com/office/officeart/2016/7/layout/RepeatingBendingProcessNew"/>
    <dgm:cxn modelId="{6E352F75-C2D0-41D1-AE0D-EF986C822796}" type="presOf" srcId="{30A13717-F041-456A-A6E1-A21DBC550D1B}" destId="{89D97173-AFF8-4CA6-956A-D90C88101DCD}" srcOrd="0" destOrd="0" presId="urn:microsoft.com/office/officeart/2016/7/layout/RepeatingBendingProcessNew"/>
    <dgm:cxn modelId="{A158A492-F847-4E3A-B35D-BCC984A4F3D3}" type="presOf" srcId="{C5D829B2-B9EC-42DC-81B4-97DE8254D31C}" destId="{3EB3D00A-37F1-4B4B-A7D1-69A985E4DB5E}" srcOrd="0" destOrd="0" presId="urn:microsoft.com/office/officeart/2016/7/layout/RepeatingBendingProcessNew"/>
    <dgm:cxn modelId="{10161FAE-4F37-4395-B4E1-7AADBB5FD7DE}" type="presOf" srcId="{DAF1291E-FDA7-4C8B-8367-AD8C9ECBCC7A}" destId="{BF7FBAC0-960F-4A1F-A4A6-ED5EB72598DD}" srcOrd="1" destOrd="0" presId="urn:microsoft.com/office/officeart/2016/7/layout/RepeatingBendingProcessNew"/>
    <dgm:cxn modelId="{0F9043BC-8C27-494B-BFC9-34D077CC56FF}" type="presOf" srcId="{05D6D4BF-3B5E-4AD2-863F-8A02F0265C15}" destId="{DD91B1CB-7ADC-44A2-B92E-21D1E47E729A}" srcOrd="0" destOrd="0" presId="urn:microsoft.com/office/officeart/2016/7/layout/RepeatingBendingProcessNew"/>
    <dgm:cxn modelId="{0CFFA8BD-3AE9-41A5-B37A-CF2B29F6B965}" type="presOf" srcId="{293D2CD9-4003-451E-9131-F6048C68F281}" destId="{E007C1AF-A9FA-4678-A7CE-2ED3B64B8A3F}" srcOrd="0" destOrd="0" presId="urn:microsoft.com/office/officeart/2016/7/layout/RepeatingBendingProcessNew"/>
    <dgm:cxn modelId="{1DFAB8C6-9272-4867-970F-A876B9582F8D}" type="presOf" srcId="{2CD6EE42-D3EC-436D-A119-33E0AAC5FA11}" destId="{D478B6B5-54F5-4CD3-94C3-BEE258B907C8}" srcOrd="0" destOrd="0" presId="urn:microsoft.com/office/officeart/2016/7/layout/RepeatingBendingProcessNew"/>
    <dgm:cxn modelId="{BF4087C7-2F63-4294-8AD0-9C85532B3EF3}" type="presOf" srcId="{6AB4CD07-0A22-4A87-B55B-45E4A026D227}" destId="{08E1E967-79C9-478B-8314-E7EF6987BCF7}" srcOrd="1" destOrd="0" presId="urn:microsoft.com/office/officeart/2016/7/layout/RepeatingBendingProcessNew"/>
    <dgm:cxn modelId="{F761A4D2-B3B0-4F06-B85F-CD2C2188EE97}" type="presOf" srcId="{05D6D4BF-3B5E-4AD2-863F-8A02F0265C15}" destId="{1EEA86A8-94BF-4BD3-A1EC-513380B98D1A}" srcOrd="1" destOrd="0" presId="urn:microsoft.com/office/officeart/2016/7/layout/RepeatingBendingProcessNew"/>
    <dgm:cxn modelId="{412C85D4-C000-47E6-B43E-B3356A012F60}" srcId="{C03EDE33-0A7A-4EA5-B7D9-F8661BC8375B}" destId="{9EC47760-6684-48A7-B883-FB3530523316}" srcOrd="5" destOrd="0" parTransId="{BA793916-C68D-4F09-A0CF-126FD8AADC09}" sibTransId="{ADCB3853-5B89-4BAD-8E4D-08FF2B0D9FD6}"/>
    <dgm:cxn modelId="{3195B3DA-2503-4ACC-A2EC-A120CA9A6DBE}" type="presOf" srcId="{A376996E-025C-4E94-A459-AA07752B909C}" destId="{50E0FD0D-AECD-4049-90F0-BE1D30409DF6}" srcOrd="0" destOrd="0" presId="urn:microsoft.com/office/officeart/2016/7/layout/RepeatingBendingProcessNew"/>
    <dgm:cxn modelId="{C3CCEFF8-C806-4A97-A747-DB62EF0BB0F9}" srcId="{C03EDE33-0A7A-4EA5-B7D9-F8661BC8375B}" destId="{A376996E-025C-4E94-A459-AA07752B909C}" srcOrd="1" destOrd="0" parTransId="{A24A9006-EE93-4848-A2CD-38DCC1DDF5DD}" sibTransId="{4E94ED73-6C54-4BB5-8510-B8DBAD8C4FA7}"/>
    <dgm:cxn modelId="{CCF329FC-8F91-4E29-94DA-B10AEBFAF142}" srcId="{C03EDE33-0A7A-4EA5-B7D9-F8661BC8375B}" destId="{DB6AF94C-F35A-4074-9C88-5F86AF85DCC2}" srcOrd="3" destOrd="0" parTransId="{0F74EDE6-ED12-4093-B53E-18847E7B76F6}" sibTransId="{30A13717-F041-456A-A6E1-A21DBC550D1B}"/>
    <dgm:cxn modelId="{97665BFF-CDE1-427E-ACCB-402396A81F12}" type="presOf" srcId="{30A13717-F041-456A-A6E1-A21DBC550D1B}" destId="{4423EAEA-23FE-435C-8646-E9AC38974E27}" srcOrd="1" destOrd="0" presId="urn:microsoft.com/office/officeart/2016/7/layout/RepeatingBendingProcessNew"/>
    <dgm:cxn modelId="{A497484D-C88E-4CF7-94C7-FCDB163B191D}" type="presParOf" srcId="{50FE81FA-0DB3-4270-A351-EA6C039BEE36}" destId="{E007C1AF-A9FA-4678-A7CE-2ED3B64B8A3F}" srcOrd="0" destOrd="0" presId="urn:microsoft.com/office/officeart/2016/7/layout/RepeatingBendingProcessNew"/>
    <dgm:cxn modelId="{784D1146-6D56-43A8-9E52-DC0259A60BBB}" type="presParOf" srcId="{50FE81FA-0DB3-4270-A351-EA6C039BEE36}" destId="{55E6C142-3B97-4AC6-BD6D-4DB2F9C54E1A}" srcOrd="1" destOrd="0" presId="urn:microsoft.com/office/officeart/2016/7/layout/RepeatingBendingProcessNew"/>
    <dgm:cxn modelId="{D0708A88-7D94-44D7-85B3-7745ADA952E8}" type="presParOf" srcId="{55E6C142-3B97-4AC6-BD6D-4DB2F9C54E1A}" destId="{08E1E967-79C9-478B-8314-E7EF6987BCF7}" srcOrd="0" destOrd="0" presId="urn:microsoft.com/office/officeart/2016/7/layout/RepeatingBendingProcessNew"/>
    <dgm:cxn modelId="{C04FCB9E-CDDF-499F-A8D0-FB8A8C9A462A}" type="presParOf" srcId="{50FE81FA-0DB3-4270-A351-EA6C039BEE36}" destId="{50E0FD0D-AECD-4049-90F0-BE1D30409DF6}" srcOrd="2" destOrd="0" presId="urn:microsoft.com/office/officeart/2016/7/layout/RepeatingBendingProcessNew"/>
    <dgm:cxn modelId="{0867FBF6-2A5A-4F39-A285-11AEE95C43F7}" type="presParOf" srcId="{50FE81FA-0DB3-4270-A351-EA6C039BEE36}" destId="{1A98E109-9E74-4364-93D2-FA97CAB5ED0B}" srcOrd="3" destOrd="0" presId="urn:microsoft.com/office/officeart/2016/7/layout/RepeatingBendingProcessNew"/>
    <dgm:cxn modelId="{4E92A13F-BF79-4835-8B8D-E230FDC8323E}" type="presParOf" srcId="{1A98E109-9E74-4364-93D2-FA97CAB5ED0B}" destId="{94718DB1-DD41-4DD7-B886-BAEA9F3E74E0}" srcOrd="0" destOrd="0" presId="urn:microsoft.com/office/officeart/2016/7/layout/RepeatingBendingProcessNew"/>
    <dgm:cxn modelId="{D0D5B18A-5D51-4B56-8C09-8C16C45BAE78}" type="presParOf" srcId="{50FE81FA-0DB3-4270-A351-EA6C039BEE36}" destId="{D478B6B5-54F5-4CD3-94C3-BEE258B907C8}" srcOrd="4" destOrd="0" presId="urn:microsoft.com/office/officeart/2016/7/layout/RepeatingBendingProcessNew"/>
    <dgm:cxn modelId="{73BCF707-C6F9-44FF-B88B-B8A5C996341B}" type="presParOf" srcId="{50FE81FA-0DB3-4270-A351-EA6C039BEE36}" destId="{9AAD32A2-63F7-46B7-863E-D18A39D45B92}" srcOrd="5" destOrd="0" presId="urn:microsoft.com/office/officeart/2016/7/layout/RepeatingBendingProcessNew"/>
    <dgm:cxn modelId="{3367D837-6802-4869-9341-AC76F0D5A7FB}" type="presParOf" srcId="{9AAD32A2-63F7-46B7-863E-D18A39D45B92}" destId="{BF7FBAC0-960F-4A1F-A4A6-ED5EB72598DD}" srcOrd="0" destOrd="0" presId="urn:microsoft.com/office/officeart/2016/7/layout/RepeatingBendingProcessNew"/>
    <dgm:cxn modelId="{4EA2D97D-BDC3-4AFF-BEAD-56D68569A770}" type="presParOf" srcId="{50FE81FA-0DB3-4270-A351-EA6C039BEE36}" destId="{50EEEF6C-EA70-44C7-B1B5-899E722333D8}" srcOrd="6" destOrd="0" presId="urn:microsoft.com/office/officeart/2016/7/layout/RepeatingBendingProcessNew"/>
    <dgm:cxn modelId="{AEEFAE9D-ADBF-4DDD-88E3-E9858BC842F9}" type="presParOf" srcId="{50FE81FA-0DB3-4270-A351-EA6C039BEE36}" destId="{89D97173-AFF8-4CA6-956A-D90C88101DCD}" srcOrd="7" destOrd="0" presId="urn:microsoft.com/office/officeart/2016/7/layout/RepeatingBendingProcessNew"/>
    <dgm:cxn modelId="{73E2239C-7436-4686-8226-7F0251743138}" type="presParOf" srcId="{89D97173-AFF8-4CA6-956A-D90C88101DCD}" destId="{4423EAEA-23FE-435C-8646-E9AC38974E27}" srcOrd="0" destOrd="0" presId="urn:microsoft.com/office/officeart/2016/7/layout/RepeatingBendingProcessNew"/>
    <dgm:cxn modelId="{301DCF9C-7089-4866-893B-B467157ABC25}" type="presParOf" srcId="{50FE81FA-0DB3-4270-A351-EA6C039BEE36}" destId="{3EB3D00A-37F1-4B4B-A7D1-69A985E4DB5E}" srcOrd="8" destOrd="0" presId="urn:microsoft.com/office/officeart/2016/7/layout/RepeatingBendingProcessNew"/>
    <dgm:cxn modelId="{393B54F4-4CB0-4C73-A8E5-DB9B9F281168}" type="presParOf" srcId="{50FE81FA-0DB3-4270-A351-EA6C039BEE36}" destId="{DD91B1CB-7ADC-44A2-B92E-21D1E47E729A}" srcOrd="9" destOrd="0" presId="urn:microsoft.com/office/officeart/2016/7/layout/RepeatingBendingProcessNew"/>
    <dgm:cxn modelId="{742FF438-1ED2-46D1-A3C8-76B835ABF821}" type="presParOf" srcId="{DD91B1CB-7ADC-44A2-B92E-21D1E47E729A}" destId="{1EEA86A8-94BF-4BD3-A1EC-513380B98D1A}" srcOrd="0" destOrd="0" presId="urn:microsoft.com/office/officeart/2016/7/layout/RepeatingBendingProcessNew"/>
    <dgm:cxn modelId="{0BF11BFC-58BE-4001-A021-E884AF392882}" type="presParOf" srcId="{50FE81FA-0DB3-4270-A351-EA6C039BEE36}" destId="{4A1D270C-3F64-4095-B438-7E68C3075E63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38F49-32C3-40BB-9E18-761E1269D78B}">
      <dsp:nvSpPr>
        <dsp:cNvPr id="0" name=""/>
        <dsp:cNvSpPr/>
      </dsp:nvSpPr>
      <dsp:spPr>
        <a:xfrm>
          <a:off x="0" y="3956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28F763-4E47-4F48-9F72-614E29A55E16}">
      <dsp:nvSpPr>
        <dsp:cNvPr id="0" name=""/>
        <dsp:cNvSpPr/>
      </dsp:nvSpPr>
      <dsp:spPr>
        <a:xfrm>
          <a:off x="345025" y="100470"/>
          <a:ext cx="4830358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Introduction</a:t>
          </a:r>
        </a:p>
      </dsp:txBody>
      <dsp:txXfrm>
        <a:off x="373846" y="129291"/>
        <a:ext cx="4772716" cy="532758"/>
      </dsp:txXfrm>
    </dsp:sp>
    <dsp:sp modelId="{9AADB62C-60CB-420F-A846-41D20099C462}">
      <dsp:nvSpPr>
        <dsp:cNvPr id="0" name=""/>
        <dsp:cNvSpPr/>
      </dsp:nvSpPr>
      <dsp:spPr>
        <a:xfrm>
          <a:off x="0" y="13028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6A303-2A85-4B40-ADA5-5FD720293EFA}">
      <dsp:nvSpPr>
        <dsp:cNvPr id="0" name=""/>
        <dsp:cNvSpPr/>
      </dsp:nvSpPr>
      <dsp:spPr>
        <a:xfrm>
          <a:off x="345025" y="1007670"/>
          <a:ext cx="4830358" cy="5904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Dr. Weather</a:t>
          </a:r>
          <a:endParaRPr lang="en-US" sz="2000" kern="1200"/>
        </a:p>
      </dsp:txBody>
      <dsp:txXfrm>
        <a:off x="373846" y="1036491"/>
        <a:ext cx="4772716" cy="532758"/>
      </dsp:txXfrm>
    </dsp:sp>
    <dsp:sp modelId="{E6BB27D0-66E0-42A2-8268-54B0FD1CE6BA}">
      <dsp:nvSpPr>
        <dsp:cNvPr id="0" name=""/>
        <dsp:cNvSpPr/>
      </dsp:nvSpPr>
      <dsp:spPr>
        <a:xfrm>
          <a:off x="0" y="22100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23C54B-0B40-445A-B5E9-E97A7FEAA5FB}">
      <dsp:nvSpPr>
        <dsp:cNvPr id="0" name=""/>
        <dsp:cNvSpPr/>
      </dsp:nvSpPr>
      <dsp:spPr>
        <a:xfrm>
          <a:off x="345025" y="1914870"/>
          <a:ext cx="4830358" cy="5904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Large Language Model</a:t>
          </a:r>
        </a:p>
      </dsp:txBody>
      <dsp:txXfrm>
        <a:off x="373846" y="1943691"/>
        <a:ext cx="4772716" cy="532758"/>
      </dsp:txXfrm>
    </dsp:sp>
    <dsp:sp modelId="{DD4DAA33-1769-49C5-88A2-0E9604D05E07}">
      <dsp:nvSpPr>
        <dsp:cNvPr id="0" name=""/>
        <dsp:cNvSpPr/>
      </dsp:nvSpPr>
      <dsp:spPr>
        <a:xfrm>
          <a:off x="0" y="31172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5A1E57-54A4-4E66-9F77-9831E78AB2CB}">
      <dsp:nvSpPr>
        <dsp:cNvPr id="0" name=""/>
        <dsp:cNvSpPr/>
      </dsp:nvSpPr>
      <dsp:spPr>
        <a:xfrm>
          <a:off x="345025" y="2822070"/>
          <a:ext cx="4830358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Data Overview</a:t>
          </a:r>
        </a:p>
      </dsp:txBody>
      <dsp:txXfrm>
        <a:off x="373846" y="2850891"/>
        <a:ext cx="4772716" cy="532758"/>
      </dsp:txXfrm>
    </dsp:sp>
    <dsp:sp modelId="{978178A5-7D07-4DDC-9921-CB0C8C552128}">
      <dsp:nvSpPr>
        <dsp:cNvPr id="0" name=""/>
        <dsp:cNvSpPr/>
      </dsp:nvSpPr>
      <dsp:spPr>
        <a:xfrm>
          <a:off x="0" y="40244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6818EF-EDCB-48E5-BC44-6667EB4A5EC6}">
      <dsp:nvSpPr>
        <dsp:cNvPr id="0" name=""/>
        <dsp:cNvSpPr/>
      </dsp:nvSpPr>
      <dsp:spPr>
        <a:xfrm>
          <a:off x="345025" y="3729270"/>
          <a:ext cx="4830358" cy="5904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RAG	</a:t>
          </a:r>
        </a:p>
      </dsp:txBody>
      <dsp:txXfrm>
        <a:off x="373846" y="3758091"/>
        <a:ext cx="4772716" cy="532758"/>
      </dsp:txXfrm>
    </dsp:sp>
    <dsp:sp modelId="{267D734F-2F2E-486E-B734-D694DDB23135}">
      <dsp:nvSpPr>
        <dsp:cNvPr id="0" name=""/>
        <dsp:cNvSpPr/>
      </dsp:nvSpPr>
      <dsp:spPr>
        <a:xfrm>
          <a:off x="0" y="49316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A1F26A-54FA-4930-9982-DE584EC7B3C1}">
      <dsp:nvSpPr>
        <dsp:cNvPr id="0" name=""/>
        <dsp:cNvSpPr/>
      </dsp:nvSpPr>
      <dsp:spPr>
        <a:xfrm>
          <a:off x="345025" y="4636470"/>
          <a:ext cx="4830358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Interface and Demo</a:t>
          </a:r>
        </a:p>
      </dsp:txBody>
      <dsp:txXfrm>
        <a:off x="373846" y="4665291"/>
        <a:ext cx="4772716" cy="5327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29541A-EB85-4B9F-B9EB-C402E166B5A3}">
      <dsp:nvSpPr>
        <dsp:cNvPr id="0" name=""/>
        <dsp:cNvSpPr/>
      </dsp:nvSpPr>
      <dsp:spPr>
        <a:xfrm>
          <a:off x="0" y="651"/>
          <a:ext cx="6651253" cy="152498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50360B-4685-4BA8-B2C0-96258DB42171}">
      <dsp:nvSpPr>
        <dsp:cNvPr id="0" name=""/>
        <dsp:cNvSpPr/>
      </dsp:nvSpPr>
      <dsp:spPr>
        <a:xfrm>
          <a:off x="461309" y="343774"/>
          <a:ext cx="838743" cy="838743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2493D9-EDBB-44DA-920E-F78B02D0E671}">
      <dsp:nvSpPr>
        <dsp:cNvPr id="0" name=""/>
        <dsp:cNvSpPr/>
      </dsp:nvSpPr>
      <dsp:spPr>
        <a:xfrm>
          <a:off x="1761361" y="651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Dr. Weather is an advanced AI engineered to provide comprehensive and accurate weather-related information. </a:t>
          </a:r>
          <a:endParaRPr lang="en-US" sz="2100" kern="1200"/>
        </a:p>
      </dsp:txBody>
      <dsp:txXfrm>
        <a:off x="1761361" y="651"/>
        <a:ext cx="4889891" cy="1524988"/>
      </dsp:txXfrm>
    </dsp:sp>
    <dsp:sp modelId="{F766AA0D-3F71-48FA-AA9A-D6E61075051D}">
      <dsp:nvSpPr>
        <dsp:cNvPr id="0" name=""/>
        <dsp:cNvSpPr/>
      </dsp:nvSpPr>
      <dsp:spPr>
        <a:xfrm>
          <a:off x="0" y="1906887"/>
          <a:ext cx="6651253" cy="152498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6CD2A-800F-45A1-953C-97864CDAD818}">
      <dsp:nvSpPr>
        <dsp:cNvPr id="0" name=""/>
        <dsp:cNvSpPr/>
      </dsp:nvSpPr>
      <dsp:spPr>
        <a:xfrm>
          <a:off x="461309" y="2250010"/>
          <a:ext cx="838743" cy="838743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260736-9E9A-4675-BC27-FA5B2CA02331}">
      <dsp:nvSpPr>
        <dsp:cNvPr id="0" name=""/>
        <dsp:cNvSpPr/>
      </dsp:nvSpPr>
      <dsp:spPr>
        <a:xfrm>
          <a:off x="1761361" y="1906887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Dr</a:t>
          </a:r>
          <a:r>
            <a:rPr lang="en-US" sz="2100" kern="1200"/>
            <a:t>. Weather </a:t>
          </a:r>
          <a:r>
            <a:rPr lang="en-US" sz="2100" b="0" kern="1200"/>
            <a:t>uses advanced OpenAI models like GPT-4 to generate responses to user queries.</a:t>
          </a:r>
          <a:endParaRPr lang="en-US" sz="2100" kern="1200"/>
        </a:p>
      </dsp:txBody>
      <dsp:txXfrm>
        <a:off x="1761361" y="1906887"/>
        <a:ext cx="4889891" cy="1524988"/>
      </dsp:txXfrm>
    </dsp:sp>
    <dsp:sp modelId="{8C864ACF-42FD-4C63-93FA-75B4A724C71F}">
      <dsp:nvSpPr>
        <dsp:cNvPr id="0" name=""/>
        <dsp:cNvSpPr/>
      </dsp:nvSpPr>
      <dsp:spPr>
        <a:xfrm>
          <a:off x="0" y="3813123"/>
          <a:ext cx="6651253" cy="152498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359610-A942-4FD5-90B2-A8AF92288944}">
      <dsp:nvSpPr>
        <dsp:cNvPr id="0" name=""/>
        <dsp:cNvSpPr/>
      </dsp:nvSpPr>
      <dsp:spPr>
        <a:xfrm>
          <a:off x="461309" y="4156246"/>
          <a:ext cx="838743" cy="838743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6ADF2-8B79-4378-B9D1-FEA108A9D10D}">
      <dsp:nvSpPr>
        <dsp:cNvPr id="0" name=""/>
        <dsp:cNvSpPr/>
      </dsp:nvSpPr>
      <dsp:spPr>
        <a:xfrm>
          <a:off x="1761361" y="3813123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The responses are generated based on a comprehensive, expert-verified knowledge base.</a:t>
          </a:r>
          <a:endParaRPr lang="en-US" sz="2100" kern="1200"/>
        </a:p>
      </dsp:txBody>
      <dsp:txXfrm>
        <a:off x="1761361" y="3813123"/>
        <a:ext cx="4889891" cy="15249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3BCAC3-89F9-43A3-95D4-F4D66107F70C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809BEB-6EF5-46DA-89A3-951BB83F2C1F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51B266-3638-48A2-84E3-88D055854BFF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Getting detailed weather info is often inefficient and can be inaccurate due to scattered sources. </a:t>
          </a:r>
        </a:p>
      </dsp:txBody>
      <dsp:txXfrm>
        <a:off x="1509882" y="708097"/>
        <a:ext cx="9005717" cy="1307257"/>
      </dsp:txXfrm>
    </dsp:sp>
    <dsp:sp modelId="{F92DF465-4B5E-4E25-93FA-7F856FCF7778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3EEBAD-0B5D-4133-86A8-39ACCD36D1D6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4DE0B3-DA49-4B4F-91AF-AE06E86A0B19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Plus, relying on general AI for weather questions can result in shallow and factually weak responses.</a:t>
          </a:r>
        </a:p>
      </dsp:txBody>
      <dsp:txXfrm>
        <a:off x="1509882" y="2342169"/>
        <a:ext cx="9005717" cy="13072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1EDAC4-3C41-448A-AC60-C64804F9DA9B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8F627A-FAE9-41A0-A308-D3C6B347808A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38C60E-FCDB-4452-B9E7-94E67A1EE393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Improved Accuracy and Reliability: </a:t>
          </a:r>
          <a:r>
            <a:rPr lang="en-US" sz="2400" kern="1200"/>
            <a:t>Enhances response quality by grounding answers in trusted, domain-specific meteorological data.</a:t>
          </a:r>
        </a:p>
      </dsp:txBody>
      <dsp:txXfrm>
        <a:off x="1509882" y="708097"/>
        <a:ext cx="9005717" cy="1307257"/>
      </dsp:txXfrm>
    </dsp:sp>
    <dsp:sp modelId="{9312D25A-1BD0-411B-9AA8-BF99A7B90FD1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FF444C-32FA-4A76-8F79-B9A523649F40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52771E-90A0-4FF6-BF89-C03A84652D23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Efficient Information Retrieval:</a:t>
          </a:r>
          <a:r>
            <a:rPr lang="en-US" sz="2400" kern="1200"/>
            <a:t> Streamlines access to precise weather information with sources, eliminating the need to manually search through extensive documents.</a:t>
          </a:r>
        </a:p>
      </dsp:txBody>
      <dsp:txXfrm>
        <a:off x="1509882" y="2342169"/>
        <a:ext cx="9005717" cy="13072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E6C142-3B97-4AC6-BD6D-4DB2F9C54E1A}">
      <dsp:nvSpPr>
        <dsp:cNvPr id="0" name=""/>
        <dsp:cNvSpPr/>
      </dsp:nvSpPr>
      <dsp:spPr>
        <a:xfrm>
          <a:off x="3243197" y="784453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29128" y="827002"/>
        <a:ext cx="31708" cy="6341"/>
      </dsp:txXfrm>
    </dsp:sp>
    <dsp:sp modelId="{E007C1AF-A9FA-4678-A7CE-2ED3B64B8A3F}">
      <dsp:nvSpPr>
        <dsp:cNvPr id="0" name=""/>
        <dsp:cNvSpPr/>
      </dsp:nvSpPr>
      <dsp:spPr>
        <a:xfrm>
          <a:off x="487732" y="2994"/>
          <a:ext cx="2757264" cy="16543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Idea Brainstorming</a:t>
          </a:r>
          <a:endParaRPr lang="en-US" sz="2000" kern="1200"/>
        </a:p>
      </dsp:txBody>
      <dsp:txXfrm>
        <a:off x="487732" y="2994"/>
        <a:ext cx="2757264" cy="1654358"/>
      </dsp:txXfrm>
    </dsp:sp>
    <dsp:sp modelId="{1A98E109-9E74-4364-93D2-FA97CAB5ED0B}">
      <dsp:nvSpPr>
        <dsp:cNvPr id="0" name=""/>
        <dsp:cNvSpPr/>
      </dsp:nvSpPr>
      <dsp:spPr>
        <a:xfrm>
          <a:off x="6634632" y="784453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20563" y="827002"/>
        <a:ext cx="31708" cy="6341"/>
      </dsp:txXfrm>
    </dsp:sp>
    <dsp:sp modelId="{50E0FD0D-AECD-4049-90F0-BE1D30409DF6}">
      <dsp:nvSpPr>
        <dsp:cNvPr id="0" name=""/>
        <dsp:cNvSpPr/>
      </dsp:nvSpPr>
      <dsp:spPr>
        <a:xfrm>
          <a:off x="3879167" y="2994"/>
          <a:ext cx="2757264" cy="165435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Data Collection </a:t>
          </a:r>
          <a:endParaRPr lang="en-US" sz="2000" kern="1200"/>
        </a:p>
      </dsp:txBody>
      <dsp:txXfrm>
        <a:off x="3879167" y="2994"/>
        <a:ext cx="2757264" cy="1654358"/>
      </dsp:txXfrm>
    </dsp:sp>
    <dsp:sp modelId="{9AAD32A2-63F7-46B7-863E-D18A39D45B92}">
      <dsp:nvSpPr>
        <dsp:cNvPr id="0" name=""/>
        <dsp:cNvSpPr/>
      </dsp:nvSpPr>
      <dsp:spPr>
        <a:xfrm>
          <a:off x="1866364" y="1655552"/>
          <a:ext cx="6782870" cy="603570"/>
        </a:xfrm>
        <a:custGeom>
          <a:avLst/>
          <a:gdLst/>
          <a:ahLst/>
          <a:cxnLst/>
          <a:rect l="0" t="0" r="0" b="0"/>
          <a:pathLst>
            <a:path>
              <a:moveTo>
                <a:pt x="6782870" y="0"/>
              </a:moveTo>
              <a:lnTo>
                <a:pt x="6782870" y="318885"/>
              </a:lnTo>
              <a:lnTo>
                <a:pt x="0" y="318885"/>
              </a:lnTo>
              <a:lnTo>
                <a:pt x="0" y="60357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7488" y="1954167"/>
        <a:ext cx="340622" cy="6341"/>
      </dsp:txXfrm>
    </dsp:sp>
    <dsp:sp modelId="{D478B6B5-54F5-4CD3-94C3-BEE258B907C8}">
      <dsp:nvSpPr>
        <dsp:cNvPr id="0" name=""/>
        <dsp:cNvSpPr/>
      </dsp:nvSpPr>
      <dsp:spPr>
        <a:xfrm>
          <a:off x="7270602" y="2994"/>
          <a:ext cx="2757264" cy="165435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Data Integration into App – Reloading vector store multiple times</a:t>
          </a:r>
          <a:endParaRPr lang="en-US" sz="2000" kern="1200"/>
        </a:p>
      </dsp:txBody>
      <dsp:txXfrm>
        <a:off x="7270602" y="2994"/>
        <a:ext cx="2757264" cy="1654358"/>
      </dsp:txXfrm>
    </dsp:sp>
    <dsp:sp modelId="{89D97173-AFF8-4CA6-956A-D90C88101DCD}">
      <dsp:nvSpPr>
        <dsp:cNvPr id="0" name=""/>
        <dsp:cNvSpPr/>
      </dsp:nvSpPr>
      <dsp:spPr>
        <a:xfrm>
          <a:off x="3243197" y="3072982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29128" y="3115531"/>
        <a:ext cx="31708" cy="6341"/>
      </dsp:txXfrm>
    </dsp:sp>
    <dsp:sp modelId="{50EEEF6C-EA70-44C7-B1B5-899E722333D8}">
      <dsp:nvSpPr>
        <dsp:cNvPr id="0" name=""/>
        <dsp:cNvSpPr/>
      </dsp:nvSpPr>
      <dsp:spPr>
        <a:xfrm>
          <a:off x="487732" y="2291523"/>
          <a:ext cx="2757264" cy="165435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Prompt Engineering – Small talk and irrelevant prompts by users</a:t>
          </a:r>
          <a:endParaRPr lang="en-US" sz="2000" kern="1200"/>
        </a:p>
      </dsp:txBody>
      <dsp:txXfrm>
        <a:off x="487732" y="2291523"/>
        <a:ext cx="2757264" cy="1654358"/>
      </dsp:txXfrm>
    </dsp:sp>
    <dsp:sp modelId="{DD91B1CB-7ADC-44A2-B92E-21D1E47E729A}">
      <dsp:nvSpPr>
        <dsp:cNvPr id="0" name=""/>
        <dsp:cNvSpPr/>
      </dsp:nvSpPr>
      <dsp:spPr>
        <a:xfrm>
          <a:off x="6634632" y="3072982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20563" y="3115531"/>
        <a:ext cx="31708" cy="6341"/>
      </dsp:txXfrm>
    </dsp:sp>
    <dsp:sp modelId="{3EB3D00A-37F1-4B4B-A7D1-69A985E4DB5E}">
      <dsp:nvSpPr>
        <dsp:cNvPr id="0" name=""/>
        <dsp:cNvSpPr/>
      </dsp:nvSpPr>
      <dsp:spPr>
        <a:xfrm>
          <a:off x="3879167" y="2291523"/>
          <a:ext cx="2757264" cy="165435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GitHub Issues – API key pushes, branch merges </a:t>
          </a:r>
          <a:endParaRPr lang="en-US" sz="2000" kern="1200"/>
        </a:p>
      </dsp:txBody>
      <dsp:txXfrm>
        <a:off x="3879167" y="2291523"/>
        <a:ext cx="2757264" cy="1654358"/>
      </dsp:txXfrm>
    </dsp:sp>
    <dsp:sp modelId="{4A1D270C-3F64-4095-B438-7E68C3075E63}">
      <dsp:nvSpPr>
        <dsp:cNvPr id="0" name=""/>
        <dsp:cNvSpPr/>
      </dsp:nvSpPr>
      <dsp:spPr>
        <a:xfrm>
          <a:off x="7270602" y="2291523"/>
          <a:ext cx="2757264" cy="16543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Code Base Consolidation and Refactoring</a:t>
          </a:r>
          <a:endParaRPr lang="en-US" sz="2000" kern="1200"/>
        </a:p>
      </dsp:txBody>
      <dsp:txXfrm>
        <a:off x="7270602" y="2291523"/>
        <a:ext cx="2757264" cy="16543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5/11/2025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792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5/11/2025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021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5/11/2025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261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5/11/2025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841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5/11/2025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171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5/11/2025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083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5/11/2025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0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5/11/2025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032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5/11/2025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947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5/11/2025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738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5/11/2025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487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8399389-20F1-4DC7-90A7-A0751AE9CE0D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0828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4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F53FF0E-BD86-4CCC-947D-62123C7BEE4A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86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5/11/2025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302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155970" y="1101605"/>
            <a:ext cx="5399506" cy="795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0">
              <a:tabLst>
                <a:tab pos="0" algn="l"/>
              </a:tabLst>
            </a:pPr>
            <a:r>
              <a:rPr lang="en-US" b="0" u="none" strike="noStrike">
                <a:effectLst/>
                <a:uFillTx/>
              </a:rPr>
              <a:t>Dr. Weather</a:t>
            </a: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3" name="Picture 2" descr="A blue circle with text and clouds&#10;&#10;AI-generated content may be incorrect.">
            <a:extLst>
              <a:ext uri="{FF2B5EF4-FFF2-40B4-BE49-F238E27FC236}">
                <a16:creationId xmlns:a16="http://schemas.microsoft.com/office/drawing/2014/main" id="{1C8E107E-C5F1-FE4B-8C9F-2FF02C4EFD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/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8494789" y="4242053"/>
            <a:ext cx="3438906" cy="2341937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marL="45720" indent="0"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700" b="0" u="none" strike="noStrike" dirty="0">
                <a:effectLst/>
                <a:uFillTx/>
                <a:latin typeface="+mn-lt"/>
                <a:ea typeface="+mn-ea"/>
                <a:cs typeface="+mn-cs"/>
              </a:rPr>
              <a:t>Team:</a:t>
            </a:r>
            <a:endParaRPr lang="en-US"/>
          </a:p>
          <a:p>
            <a:pPr indent="-228600"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700" b="0" u="none" strike="noStrike" dirty="0">
                <a:effectLst/>
                <a:uFillTx/>
                <a:latin typeface="+mn-lt"/>
                <a:ea typeface="+mn-ea"/>
                <a:cs typeface="+mn-cs"/>
              </a:rPr>
              <a:t>Samuel </a:t>
            </a:r>
            <a:r>
              <a:rPr lang="en-US" sz="1700" b="0" u="none" strike="noStrike" err="1">
                <a:effectLst/>
                <a:uFillTx/>
                <a:latin typeface="+mn-lt"/>
                <a:ea typeface="+mn-ea"/>
                <a:cs typeface="+mn-cs"/>
              </a:rPr>
              <a:t>SunilKumar</a:t>
            </a:r>
            <a:r>
              <a:rPr lang="en-US" sz="17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(TL)</a:t>
            </a:r>
            <a:endParaRPr lang="en-US" sz="1700" b="0" u="none" strike="noStrike" dirty="0">
              <a:effectLst/>
              <a:uFillTx/>
              <a:latin typeface="+mn-lt"/>
            </a:endParaRPr>
          </a:p>
          <a:p>
            <a:pPr indent="-228600"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700" b="0" u="none" strike="noStrike" dirty="0">
                <a:effectLst/>
                <a:uFillTx/>
                <a:latin typeface="+mn-lt"/>
                <a:ea typeface="+mn-ea"/>
                <a:cs typeface="+mn-cs"/>
              </a:rPr>
              <a:t>John Steele</a:t>
            </a:r>
            <a:endParaRPr lang="en-US" sz="1700" b="0" u="none" strike="noStrike" dirty="0">
              <a:effectLst/>
              <a:uFillTx/>
              <a:latin typeface="+mn-lt"/>
            </a:endParaRPr>
          </a:p>
          <a:p>
            <a:pPr indent="-228600"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700" b="0" u="none" strike="noStrike" dirty="0">
                <a:effectLst/>
                <a:uFillTx/>
                <a:latin typeface="+mn-lt"/>
                <a:ea typeface="+mn-ea"/>
                <a:cs typeface="+mn-cs"/>
              </a:rPr>
              <a:t>Lakshmi Sravani Badam</a:t>
            </a:r>
            <a:endParaRPr lang="en-US" sz="1700" b="0" u="none" strike="noStrike" dirty="0">
              <a:effectLst/>
              <a:uFillTx/>
              <a:latin typeface="+mn-lt"/>
            </a:endParaRPr>
          </a:p>
          <a:p>
            <a:pPr indent="-228600">
              <a:spcBef>
                <a:spcPts val="100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700" b="0" u="none" strike="noStrike" dirty="0">
                <a:effectLst/>
                <a:uFillTx/>
                <a:latin typeface="+mn-lt"/>
                <a:ea typeface="+mn-ea"/>
                <a:cs typeface="+mn-cs"/>
              </a:rPr>
              <a:t>Poorvi Raut</a:t>
            </a:r>
            <a:endParaRPr lang="en-US" sz="1700" b="0" u="none" strike="noStrike" dirty="0">
              <a:effectLst/>
              <a:uFillTx/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buNone/>
              <a:tabLst>
                <a:tab pos="0" algn="l"/>
              </a:tabLst>
            </a:pPr>
            <a:r>
              <a:rPr lang="en-US" sz="5400" b="0" u="none" strike="noStrike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69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3" name="PlaceHolder 2">
            <a:extLst>
              <a:ext uri="{FF2B5EF4-FFF2-40B4-BE49-F238E27FC236}">
                <a16:creationId xmlns:a16="http://schemas.microsoft.com/office/drawing/2014/main" id="{06DEF8C2-BFF0-2FB0-D0B6-1219067CEA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7961875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3520" y="2744662"/>
            <a:ext cx="658970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833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indent="0" defTabSz="914400">
              <a:buNone/>
              <a:tabLst>
                <a:tab pos="0" algn="l"/>
              </a:tabLst>
            </a:pPr>
            <a:r>
              <a:rPr lang="en-US" b="0" u="none" strike="noStrike">
                <a:effectLst/>
                <a:uFillTx/>
                <a:latin typeface="Calibri Light"/>
              </a:rPr>
              <a:t>What is Meteorology</a:t>
            </a:r>
            <a:endParaRPr lang="en-US" b="0" u="none" strike="noStrike">
              <a:effectLst/>
              <a:uFillTx/>
              <a:latin typeface="Arial"/>
            </a:endParaRPr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type="body"/>
          </p:nvPr>
        </p:nvSpPr>
        <p:spPr bwMode="auto">
          <a:xfrm>
            <a:off x="838200" y="1657727"/>
            <a:ext cx="5387502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Weather Science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: Studies the Earth’s atmosphere to understand and forecast weather and climate patterns.</a:t>
            </a:r>
            <a:endParaRPr lang="en-US" altLang="en-US" sz="17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Key Factors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: Analyzes temperature, humidity, air pressure, wind, and precipitation.</a:t>
            </a:r>
            <a:endParaRPr lang="en-US" altLang="en-US" sz="17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7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Tools &amp; Methods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: Uses data from satellites, radar, and weather stations, along with mathematical models.</a:t>
            </a:r>
            <a:endParaRPr lang="en-US" altLang="en-US" sz="17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7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Practical Importance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: Supports safety, agriculture, aviation, and disaster response during extreme weather events.</a:t>
            </a:r>
            <a:endParaRPr lang="en-US" altLang="en-US" sz="17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</p:txBody>
      </p:sp>
      <p:pic>
        <p:nvPicPr>
          <p:cNvPr id="4" name="Picture 3" descr="Geometric white clouds on a blue sky">
            <a:extLst>
              <a:ext uri="{FF2B5EF4-FFF2-40B4-BE49-F238E27FC236}">
                <a16:creationId xmlns:a16="http://schemas.microsoft.com/office/drawing/2014/main" id="{A2884917-7223-6F21-62E1-B0B2111CFD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891"/>
          <a:stretch/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87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03010" y="936784"/>
            <a:ext cx="6833544" cy="31883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992"/>
              </a:spcAft>
              <a:tabLst>
                <a:tab pos="0" algn="l"/>
              </a:tabLst>
            </a:pPr>
            <a:r>
              <a:rPr lang="en-US" sz="5100" b="1" u="none" strike="noStrike" kern="1200" dirty="0">
                <a:effectLst/>
                <a:uFillTx/>
                <a:latin typeface="+mj-lt"/>
                <a:ea typeface="+mj-ea"/>
                <a:cs typeface="+mj-cs"/>
              </a:rPr>
              <a:t>Dr. Weather</a:t>
            </a:r>
            <a:r>
              <a:rPr lang="en-US" sz="5100" b="0" u="none" strike="noStrike" kern="1200" dirty="0">
                <a:effectLst/>
                <a:uFillTx/>
                <a:latin typeface="+mj-lt"/>
                <a:ea typeface="+mj-ea"/>
                <a:cs typeface="+mj-cs"/>
              </a:rPr>
              <a:t> – </a:t>
            </a:r>
            <a:br>
              <a:rPr lang="en-US" sz="5100" b="0" kern="1200" dirty="0">
                <a:latin typeface="+mj-lt"/>
              </a:rPr>
            </a:br>
            <a:br>
              <a:rPr lang="en-US" sz="5100" b="0" dirty="0"/>
            </a:br>
            <a:r>
              <a:rPr lang="en-US" sz="5100" b="0" kern="1200" dirty="0">
                <a:latin typeface="+mj-lt"/>
                <a:ea typeface="+mj-ea"/>
                <a:cs typeface="+mj-cs"/>
              </a:rPr>
              <a:t>Expert</a:t>
            </a:r>
            <a:r>
              <a:rPr lang="en-US" sz="5100" b="0" u="none" strike="noStrike" kern="1200" dirty="0">
                <a:effectLst/>
                <a:uFillTx/>
                <a:latin typeface="+mj-lt"/>
                <a:ea typeface="+mj-ea"/>
                <a:cs typeface="+mj-cs"/>
              </a:rPr>
              <a:t> AI Meteorologist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Block Arc 14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62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What is Dr. Weather?</a:t>
            </a:r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5" name="PlaceHolder 2">
            <a:extLst>
              <a:ext uri="{FF2B5EF4-FFF2-40B4-BE49-F238E27FC236}">
                <a16:creationId xmlns:a16="http://schemas.microsoft.com/office/drawing/2014/main" id="{0F8A1ABF-F757-C254-2E78-1085DEF354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2304896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itle 6">
            <a:extLst>
              <a:ext uri="{FF2B5EF4-FFF2-40B4-BE49-F238E27FC236}">
                <a16:creationId xmlns:a16="http://schemas.microsoft.com/office/drawing/2014/main" id="{C7C46DCB-8B69-D018-1D28-54FDB788A427}"/>
              </a:ext>
            </a:extLst>
          </p:cNvPr>
          <p:cNvSpPr txBox="1">
            <a:spLocks/>
          </p:cNvSpPr>
          <p:nvPr/>
        </p:nvSpPr>
        <p:spPr>
          <a:xfrm>
            <a:off x="841248" y="256032"/>
            <a:ext cx="10506456" cy="1014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We Need Dr. Weather ?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9" name="Text Placeholder 3">
            <a:extLst>
              <a:ext uri="{FF2B5EF4-FFF2-40B4-BE49-F238E27FC236}">
                <a16:creationId xmlns:a16="http://schemas.microsoft.com/office/drawing/2014/main" id="{E897E4B9-00BC-2D2D-475A-64C856FADC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9873578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2352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BD2195DD-9992-E977-6438-999462DC642C}"/>
              </a:ext>
            </a:extLst>
          </p:cNvPr>
          <p:cNvSpPr txBox="1">
            <a:spLocks/>
          </p:cNvSpPr>
          <p:nvPr/>
        </p:nvSpPr>
        <p:spPr>
          <a:xfrm>
            <a:off x="841248" y="256032"/>
            <a:ext cx="10506456" cy="1014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Advantages: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634B123C-7A54-1C61-5AB3-E98AAC92FC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139119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9589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laceHolder 1"/>
          <p:cNvSpPr txBox="1">
            <a:spLocks/>
          </p:cNvSpPr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  <a:tabLst>
                <a:tab pos="0" algn="l"/>
              </a:tabLst>
            </a:pPr>
            <a:r>
              <a:rPr lang="en-US" dirty="0">
                <a:latin typeface="+mn-lt"/>
                <a:ea typeface="+mn-ea"/>
                <a:cs typeface="+mn-cs"/>
              </a:rPr>
              <a:t>Large Language Model</a:t>
            </a:r>
            <a:endParaRPr lang="en-US" dirty="0">
              <a:ea typeface="+mn-ea"/>
              <a:cs typeface="+mn-cs"/>
            </a:endParaRPr>
          </a:p>
          <a:p>
            <a:pPr>
              <a:spcAft>
                <a:spcPts val="600"/>
              </a:spcAft>
              <a:tabLst>
                <a:tab pos="0" algn="l"/>
              </a:tabLst>
            </a:pPr>
            <a:r>
              <a:rPr lang="en-US" dirty="0">
                <a:latin typeface="+mn-lt"/>
                <a:ea typeface="+mn-ea"/>
                <a:cs typeface="+mn-cs"/>
              </a:rPr>
              <a:t>&amp; </a:t>
            </a:r>
          </a:p>
          <a:p>
            <a:pPr>
              <a:spcAft>
                <a:spcPts val="600"/>
              </a:spcAft>
              <a:tabLst>
                <a:tab pos="0" algn="l"/>
              </a:tabLst>
            </a:pPr>
            <a:r>
              <a:rPr lang="en-US" dirty="0">
                <a:latin typeface="+mn-lt"/>
                <a:ea typeface="+mn-ea"/>
                <a:cs typeface="+mn-cs"/>
              </a:rPr>
              <a:t>Embeddings</a:t>
            </a:r>
          </a:p>
        </p:txBody>
      </p:sp>
    </p:spTree>
    <p:extLst>
      <p:ext uri="{BB962C8B-B14F-4D97-AF65-F5344CB8AC3E}">
        <p14:creationId xmlns:p14="http://schemas.microsoft.com/office/powerpoint/2010/main" val="2378082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PlaceHolder 2">
            <a:extLst>
              <a:ext uri="{FF2B5EF4-FFF2-40B4-BE49-F238E27FC236}">
                <a16:creationId xmlns:a16="http://schemas.microsoft.com/office/drawing/2014/main" id="{58FC95DA-4FE5-BCA2-4D93-7142AA81FC3C}"/>
              </a:ext>
            </a:extLst>
          </p:cNvPr>
          <p:cNvSpPr txBox="1">
            <a:spLocks/>
          </p:cNvSpPr>
          <p:nvPr/>
        </p:nvSpPr>
        <p:spPr>
          <a:xfrm>
            <a:off x="838200" y="1231524"/>
            <a:ext cx="10515600" cy="49971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28650" indent="-228600">
              <a:spcBef>
                <a:spcPts val="1191"/>
              </a:spcBef>
              <a:spcAft>
                <a:spcPts val="992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dirty="0">
                <a:latin typeface="+mn-lt"/>
                <a:ea typeface="+mn-ea"/>
                <a:cs typeface="+mn-cs"/>
              </a:rPr>
              <a:t>A Large Language Model is an AI trained on vast text data</a:t>
            </a:r>
            <a:endParaRPr lang="en-US" sz="2000" dirty="0">
              <a:latin typeface="+mn-lt"/>
              <a:ea typeface="+mn-ea"/>
              <a:cs typeface="+mn-cs"/>
            </a:endParaRPr>
          </a:p>
          <a:p>
            <a:pPr marL="628650" indent="-228600">
              <a:spcBef>
                <a:spcPts val="1191"/>
              </a:spcBef>
              <a:spcAft>
                <a:spcPts val="992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dirty="0">
                <a:latin typeface="+mn-lt"/>
                <a:ea typeface="+mn-ea"/>
                <a:cs typeface="+mn-cs"/>
              </a:rPr>
              <a:t>Generate human-like language for tasks such as answering questions, writing, and translating.</a:t>
            </a:r>
          </a:p>
          <a:p>
            <a:pPr marL="628650" indent="-228600">
              <a:spcBef>
                <a:spcPts val="1191"/>
              </a:spcBef>
              <a:spcAft>
                <a:spcPts val="992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dirty="0">
                <a:latin typeface="+mn-lt"/>
                <a:ea typeface="+mn-ea"/>
                <a:cs typeface="+mn-cs"/>
              </a:rPr>
              <a:t>We guide the model's responses using carefully Engineered prompts</a:t>
            </a:r>
          </a:p>
          <a:p>
            <a:pPr marL="628650" indent="-228600">
              <a:spcBef>
                <a:spcPts val="1191"/>
              </a:spcBef>
              <a:spcAft>
                <a:spcPts val="992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000" b="0" dirty="0">
              <a:latin typeface="+mn-lt"/>
              <a:ea typeface="+mn-ea"/>
              <a:cs typeface="+mn-cs"/>
            </a:endParaRPr>
          </a:p>
          <a:p>
            <a:pPr marL="628650" indent="-228600">
              <a:spcBef>
                <a:spcPts val="1191"/>
              </a:spcBef>
              <a:spcAft>
                <a:spcPts val="992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dirty="0">
                <a:latin typeface="+mn-lt"/>
                <a:ea typeface="+mn-ea"/>
                <a:cs typeface="+mn-cs"/>
              </a:rPr>
              <a:t>Model: gpt-4.1-nano-2025-04-14</a:t>
            </a:r>
          </a:p>
          <a:p>
            <a:pPr marL="628650" indent="-228600">
              <a:spcBef>
                <a:spcPts val="1191"/>
              </a:spcBef>
              <a:spcAft>
                <a:spcPts val="992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dirty="0">
                <a:latin typeface="+mn-lt"/>
                <a:ea typeface="+mn-ea"/>
                <a:cs typeface="+mn-cs"/>
              </a:rPr>
              <a:t>Features - Trained up to June '24</a:t>
            </a:r>
          </a:p>
          <a:p>
            <a:pPr marL="628650" indent="-228600">
              <a:spcBef>
                <a:spcPts val="1191"/>
              </a:spcBef>
              <a:spcAft>
                <a:spcPts val="992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dirty="0">
                <a:latin typeface="+mn-lt"/>
                <a:ea typeface="+mn-ea"/>
                <a:cs typeface="+mn-cs"/>
              </a:rPr>
              <a:t>     "Nano": Smaller &amp; faster than other gpt-4.1.</a:t>
            </a:r>
          </a:p>
          <a:p>
            <a:pPr marL="628650" indent="-228600">
              <a:spcBef>
                <a:spcPts val="1191"/>
              </a:spcBef>
              <a:spcAft>
                <a:spcPts val="992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dirty="0">
                <a:latin typeface="+mn-lt"/>
                <a:ea typeface="+mn-ea"/>
                <a:cs typeface="+mn-cs"/>
              </a:rPr>
              <a:t>     1M token context window</a:t>
            </a:r>
          </a:p>
          <a:p>
            <a:pPr marL="171450" indent="-228600"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000" b="0" dirty="0">
              <a:latin typeface="+mn-lt"/>
              <a:ea typeface="+mn-ea"/>
              <a:cs typeface="+mn-cs"/>
            </a:endParaRPr>
          </a:p>
          <a:p>
            <a:pPr marL="171450" indent="-228600"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000" b="0" dirty="0">
              <a:latin typeface="+mn-lt"/>
              <a:ea typeface="+mn-ea"/>
              <a:cs typeface="+mn-cs"/>
            </a:endParaRPr>
          </a:p>
          <a:p>
            <a:pPr marL="171450" indent="-228600"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000" b="0" dirty="0">
              <a:latin typeface="+mn-lt"/>
              <a:ea typeface="+mn-ea"/>
              <a:cs typeface="+mn-cs"/>
            </a:endParaRPr>
          </a:p>
          <a:p>
            <a:pPr marL="628650" indent="-228600">
              <a:spcBef>
                <a:spcPts val="1191"/>
              </a:spcBef>
              <a:spcAft>
                <a:spcPts val="992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000" b="0" dirty="0">
              <a:latin typeface="+mn-lt"/>
              <a:ea typeface="+mn-ea"/>
              <a:cs typeface="+mn-cs"/>
            </a:endParaRPr>
          </a:p>
          <a:p>
            <a:pPr marL="342900" indent="-228600">
              <a:spcBef>
                <a:spcPts val="1191"/>
              </a:spcBef>
              <a:spcAft>
                <a:spcPts val="992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000" b="0" dirty="0"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39E88-47F5-CF63-153F-68E79DD2DF00}"/>
              </a:ext>
            </a:extLst>
          </p:cNvPr>
          <p:cNvSpPr>
            <a:spLocks noGrp="1"/>
          </p:cNvSpPr>
          <p:nvPr>
            <p:ph type="sldNum" idx="2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0">
              <a:spcAft>
                <a:spcPts val="600"/>
              </a:spcAft>
              <a:buNone/>
              <a:tabLst>
                <a:tab pos="0" algn="l"/>
              </a:tabLst>
            </a:pPr>
            <a:fld id="{7F53FF0E-BD86-4CCC-947D-62123C7BEE4A}" type="slidenum">
              <a:rPr lang="en-US" b="0" u="none" strike="noStrike">
                <a:solidFill>
                  <a:schemeClr val="tx1">
                    <a:tint val="75000"/>
                  </a:schemeClr>
                </a:solidFill>
                <a:effectLst/>
                <a:uFillTx/>
                <a:latin typeface="+mn-lt"/>
              </a:rPr>
              <a:pPr indent="0">
                <a:spcAft>
                  <a:spcPts val="600"/>
                </a:spcAft>
                <a:buNone/>
                <a:tabLst>
                  <a:tab pos="0" algn="l"/>
                </a:tabLst>
              </a:pPr>
              <a:t>10</a:t>
            </a:fld>
            <a:endParaRPr lang="en-US" b="0" u="none" strike="noStrike">
              <a:solidFill>
                <a:schemeClr val="tx1">
                  <a:tint val="75000"/>
                </a:schemeClr>
              </a:solidFill>
              <a:effectLst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23300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65ED56-367C-97FE-07CE-6BC3BC1C5924}"/>
              </a:ext>
            </a:extLst>
          </p:cNvPr>
          <p:cNvSpPr txBox="1"/>
          <p:nvPr/>
        </p:nvSpPr>
        <p:spPr>
          <a:xfrm>
            <a:off x="838200" y="365125"/>
            <a:ext cx="53933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Embedding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DDF81-8D06-F2C3-EE00-455CB8330FBC}"/>
              </a:ext>
            </a:extLst>
          </p:cNvPr>
          <p:cNvSpPr txBox="1"/>
          <p:nvPr/>
        </p:nvSpPr>
        <p:spPr>
          <a:xfrm>
            <a:off x="838200" y="1825625"/>
            <a:ext cx="539336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0287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Embedding converts text into numerical vectors that represent its meaning.</a:t>
            </a:r>
          </a:p>
          <a:p>
            <a:pPr marL="10287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10287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It allows machines to compare content based on semantic similarity.</a:t>
            </a:r>
          </a:p>
          <a:p>
            <a:pPr marL="10287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10287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Embedding enables more accurate search and retrieval of relevant information.</a:t>
            </a:r>
          </a:p>
          <a:p>
            <a:pPr marL="10287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5715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342900" lvl="1">
              <a:lnSpc>
                <a:spcPct val="90000"/>
              </a:lnSpc>
              <a:spcAft>
                <a:spcPts val="600"/>
              </a:spcAft>
            </a:pPr>
            <a:r>
              <a:rPr lang="en-US"/>
              <a:t>Embedding Model: </a:t>
            </a:r>
            <a:r>
              <a:rPr lang="en-US" b="1"/>
              <a:t>text-embedding-3-small </a:t>
            </a:r>
            <a:r>
              <a:rPr lang="en-US" dirty="0"/>
              <a:t> 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18" descr="Shredder">
            <a:extLst>
              <a:ext uri="{FF2B5EF4-FFF2-40B4-BE49-F238E27FC236}">
                <a16:creationId xmlns:a16="http://schemas.microsoft.com/office/drawing/2014/main" id="{1C8365DB-CC1C-D39E-0B64-5DD72FF47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C7DFA-5176-A18E-9221-188C09B946E8}"/>
              </a:ext>
            </a:extLst>
          </p:cNvPr>
          <p:cNvSpPr>
            <a:spLocks noGrp="1"/>
          </p:cNvSpPr>
          <p:nvPr>
            <p:ph type="sldNum" idx="21"/>
          </p:nvPr>
        </p:nvSpPr>
        <p:spPr>
          <a:xfrm>
            <a:off x="10030244" y="6356350"/>
            <a:ext cx="132355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0">
              <a:spcAft>
                <a:spcPts val="600"/>
              </a:spcAft>
              <a:buNone/>
              <a:tabLst>
                <a:tab pos="0" algn="l"/>
              </a:tabLst>
            </a:pPr>
            <a:fld id="{7F53FF0E-BD86-4CCC-947D-62123C7BEE4A}" type="slidenum">
              <a:rPr lang="en-US" b="0" u="none" strike="noStrike">
                <a:solidFill>
                  <a:schemeClr val="tx1">
                    <a:tint val="75000"/>
                  </a:schemeClr>
                </a:solidFill>
                <a:effectLst/>
                <a:uFillTx/>
                <a:latin typeface="+mn-lt"/>
              </a:rPr>
              <a:pPr indent="0">
                <a:spcAft>
                  <a:spcPts val="600"/>
                </a:spcAft>
                <a:buNone/>
                <a:tabLst>
                  <a:tab pos="0" algn="l"/>
                </a:tabLst>
              </a:pPr>
              <a:t>11</a:t>
            </a:fld>
            <a:endParaRPr lang="en-US" b="0" u="none" strike="noStrike">
              <a:solidFill>
                <a:schemeClr val="tx1">
                  <a:tint val="75000"/>
                </a:schemeClr>
              </a:solidFill>
              <a:effectLst/>
              <a:uFillTx/>
              <a:latin typeface="+mn-lt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411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86E841-2631-2986-FF46-93DA965AE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DD352-DD5C-B2AC-D8E9-A08DB8A5D4D0}"/>
              </a:ext>
            </a:extLst>
          </p:cNvPr>
          <p:cNvSpPr/>
          <p:nvPr/>
        </p:nvSpPr>
        <p:spPr>
          <a:xfrm>
            <a:off x="4038600" y="1939159"/>
            <a:ext cx="7644627" cy="27510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u="none" strike="noStrike" kern="120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Data Collection</a:t>
            </a:r>
            <a:endParaRPr lang="en-US" sz="6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93360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075014"/>
              </p:ext>
            </p:extLst>
          </p:nvPr>
        </p:nvGraphicFramePr>
        <p:xfrm>
          <a:off x="228600" y="631120"/>
          <a:ext cx="11658597" cy="4651485"/>
        </p:xfrm>
        <a:graphic>
          <a:graphicData uri="http://schemas.openxmlformats.org/drawingml/2006/table">
            <a:tbl>
              <a:tblPr/>
              <a:tblGrid>
                <a:gridCol w="877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6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70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98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885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File Type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Source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Retrieval Method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Type of Data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85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csv, </a:t>
                      </a:r>
                      <a:r>
                        <a:rPr lang="en-GB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json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visualcrossing.com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VisualCrossing’s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API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Historical weather data for Atlanta GA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&amp; London UK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5012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docx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wikipedia.org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Downloaded PDFs Manually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Subjects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 Forest Meteorology, Synoptic Meteorology, Weather Forecasting, and Weather Maps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885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html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noaa.gov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Downloaded web-pages manually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Subjects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Clouds, Derechos, Lightning, and Tsunamis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885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pdf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wikipedia.org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Downloaded PDFs Manually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Subjects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 Atmospheric Convection and Katabatic Wind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0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txt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visualcrossing.com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VisualCrossing’s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API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Reference guide for the </a:t>
                      </a:r>
                      <a:r>
                        <a:rPr lang="en-US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VisualCrossing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data</a:t>
                      </a:r>
                    </a:p>
                  </a:txBody>
                  <a:tcPr marL="6503" marR="6503" marT="65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026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indent="0">
              <a:tabLst>
                <a:tab pos="0" algn="l"/>
              </a:tabLst>
            </a:pPr>
            <a:r>
              <a:rPr lang="en-US" sz="5400" b="0" u="none" strike="noStrike">
                <a:effectLst/>
                <a:uFillTx/>
              </a:rPr>
              <a:t>EDA and local storage layout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0339" y="4636008"/>
            <a:ext cx="3734014" cy="1572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45000"/>
            </a:pPr>
            <a:r>
              <a:rPr lang="en-US" sz="2400" b="0" u="none" strike="noStrike">
                <a:effectLst/>
                <a:uFillTx/>
              </a:rPr>
              <a:t>Cleaning of data was not required as all data came already prepared.</a:t>
            </a:r>
          </a:p>
        </p:txBody>
      </p:sp>
      <p:sp>
        <p:nvSpPr>
          <p:cNvPr id="7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4" name="Picture 63"/>
          <p:cNvPicPr/>
          <p:nvPr/>
        </p:nvPicPr>
        <p:blipFill>
          <a:blip r:embed="rId2"/>
          <a:srcRect b="30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2891774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B3024C-1EBF-F6E8-2DEB-F67127AC9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RAG Pipeline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2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0">
              <a:spcAft>
                <a:spcPts val="600"/>
              </a:spcAft>
              <a:buNone/>
              <a:tabLst>
                <a:tab pos="0" algn="l"/>
              </a:tabLst>
            </a:pPr>
            <a:fld id="{7F53FF0E-BD86-4CCC-947D-62123C7BEE4A}" type="slidenum">
              <a:rPr lang="en-US" b="0" u="none" strike="noStrike" smtClean="0">
                <a:solidFill>
                  <a:schemeClr val="tx1">
                    <a:tint val="75000"/>
                  </a:schemeClr>
                </a:solidFill>
                <a:effectLst/>
                <a:uFillTx/>
                <a:latin typeface="+mn-lt"/>
              </a:rPr>
              <a:pPr indent="0">
                <a:spcAft>
                  <a:spcPts val="600"/>
                </a:spcAft>
                <a:buNone/>
                <a:tabLst>
                  <a:tab pos="0" algn="l"/>
                </a:tabLst>
              </a:pPr>
              <a:t>15</a:t>
            </a:fld>
            <a:endParaRPr lang="en-US" b="0" u="none" strike="noStrike">
              <a:solidFill>
                <a:schemeClr val="tx1">
                  <a:tint val="75000"/>
                </a:schemeClr>
              </a:solidFill>
              <a:effectLst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4731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artoon of a person reading a book&#10;&#10;AI-generated content may be incorrect.">
            <a:extLst>
              <a:ext uri="{FF2B5EF4-FFF2-40B4-BE49-F238E27FC236}">
                <a16:creationId xmlns:a16="http://schemas.microsoft.com/office/drawing/2014/main" id="{BEB367D2-A2D8-C1F6-AA6C-210F5B64A9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709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50A87-6924-F5D8-D266-9F67019F269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latin typeface="Arial"/>
                <a:cs typeface="Arial"/>
              </a:rPr>
              <a:t>How a Human Does It:</a:t>
            </a:r>
          </a:p>
          <a:p>
            <a:pPr marL="0" indent="0">
              <a:spcAft>
                <a:spcPts val="600"/>
              </a:spcAft>
              <a:buNone/>
            </a:pPr>
            <a:endParaRPr lang="en-US" sz="22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Arial"/>
                <a:cs typeface="Arial"/>
              </a:rPr>
              <a:t>Someone asks, “What causes hurricanes?”</a:t>
            </a:r>
            <a:endParaRPr lang="en-US" sz="2200" b="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Arial"/>
                <a:cs typeface="Arial"/>
              </a:rPr>
              <a:t>Open a textbook (PDF, DOCX, etc.)</a:t>
            </a:r>
            <a:endParaRPr lang="en-US" sz="2200" b="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Arial"/>
                <a:cs typeface="Arial"/>
              </a:rPr>
              <a:t>Search or skim for “hurricanes”</a:t>
            </a:r>
            <a:endParaRPr lang="en-US" sz="2200" b="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Arial"/>
                <a:cs typeface="Arial"/>
              </a:rPr>
              <a:t>Read the relevant section</a:t>
            </a:r>
            <a:endParaRPr lang="en-US" sz="2200" b="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Arial"/>
                <a:cs typeface="Arial"/>
              </a:rPr>
              <a:t>Understand and summarize the answer</a:t>
            </a:r>
            <a:endParaRPr lang="en-US" sz="2200" b="0" dirty="0"/>
          </a:p>
          <a:p>
            <a:pPr>
              <a:spcAft>
                <a:spcPts val="600"/>
              </a:spcAft>
            </a:pPr>
            <a:endParaRPr lang="en-US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11EF5-1EBB-886A-802E-540288C0FACE}"/>
              </a:ext>
            </a:extLst>
          </p:cNvPr>
          <p:cNvSpPr>
            <a:spLocks noGrp="1"/>
          </p:cNvSpPr>
          <p:nvPr>
            <p:ph type="dt" idx="19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 indent="0" defTabSz="914400">
              <a:spcAft>
                <a:spcPts val="600"/>
              </a:spcAft>
              <a:buNone/>
              <a:tabLst>
                <a:tab pos="0" algn="l"/>
              </a:tabLst>
            </a:pPr>
            <a:r>
              <a:rPr lang="en-GB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lang="en-US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4B291-C653-C5F1-8590-4B8F27C14583}"/>
              </a:ext>
            </a:extLst>
          </p:cNvPr>
          <p:cNvSpPr>
            <a:spLocks noGrp="1"/>
          </p:cNvSpPr>
          <p:nvPr>
            <p:ph type="sldNum" idx="21"/>
          </p:nvPr>
        </p:nvSpPr>
        <p:spPr>
          <a:xfrm>
            <a:off x="10052978" y="6356350"/>
            <a:ext cx="1300821" cy="365125"/>
          </a:xfrm>
        </p:spPr>
        <p:txBody>
          <a:bodyPr>
            <a:normAutofit/>
          </a:bodyPr>
          <a:lstStyle/>
          <a:p>
            <a:pPr indent="0" defTabSz="914400">
              <a:spcAft>
                <a:spcPts val="600"/>
              </a:spcAft>
              <a:buNone/>
              <a:tabLst>
                <a:tab pos="0" algn="l"/>
              </a:tabLst>
            </a:pPr>
            <a:fld id="{7F53FF0E-BD86-4CCC-947D-62123C7BEE4A}" type="slidenum">
              <a:rPr lang="en-GB" b="0" u="none" strike="noStrike">
                <a:effectLst/>
                <a:uFillTx/>
                <a:latin typeface="Calibri"/>
              </a:rPr>
              <a:pPr indent="0" defTabSz="914400">
                <a:spcAft>
                  <a:spcPts val="600"/>
                </a:spcAft>
                <a:buNone/>
                <a:tabLst>
                  <a:tab pos="0" algn="l"/>
                </a:tabLst>
              </a:pPr>
              <a:t>16</a:t>
            </a:fld>
            <a:endParaRPr lang="en-US" b="0" u="none" strike="noStrike"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90858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diagram of a software process">
            <a:extLst>
              <a:ext uri="{FF2B5EF4-FFF2-40B4-BE49-F238E27FC236}">
                <a16:creationId xmlns:a16="http://schemas.microsoft.com/office/drawing/2014/main" id="{0C2590E7-2727-D803-EFB4-E57C4C5E5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85" y="965199"/>
            <a:ext cx="3289174" cy="4927602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9353" y="2560829"/>
            <a:ext cx="5029200" cy="18288"/>
          </a:xfrm>
          <a:custGeom>
            <a:avLst/>
            <a:gdLst>
              <a:gd name="connsiteX0" fmla="*/ 0 w 5029200"/>
              <a:gd name="connsiteY0" fmla="*/ 0 h 18288"/>
              <a:gd name="connsiteX1" fmla="*/ 528066 w 5029200"/>
              <a:gd name="connsiteY1" fmla="*/ 0 h 18288"/>
              <a:gd name="connsiteX2" fmla="*/ 1207008 w 5029200"/>
              <a:gd name="connsiteY2" fmla="*/ 0 h 18288"/>
              <a:gd name="connsiteX3" fmla="*/ 1785366 w 5029200"/>
              <a:gd name="connsiteY3" fmla="*/ 0 h 18288"/>
              <a:gd name="connsiteX4" fmla="*/ 2313432 w 5029200"/>
              <a:gd name="connsiteY4" fmla="*/ 0 h 18288"/>
              <a:gd name="connsiteX5" fmla="*/ 2992374 w 5029200"/>
              <a:gd name="connsiteY5" fmla="*/ 0 h 18288"/>
              <a:gd name="connsiteX6" fmla="*/ 3621024 w 5029200"/>
              <a:gd name="connsiteY6" fmla="*/ 0 h 18288"/>
              <a:gd name="connsiteX7" fmla="*/ 4249674 w 5029200"/>
              <a:gd name="connsiteY7" fmla="*/ 0 h 18288"/>
              <a:gd name="connsiteX8" fmla="*/ 5029200 w 5029200"/>
              <a:gd name="connsiteY8" fmla="*/ 0 h 18288"/>
              <a:gd name="connsiteX9" fmla="*/ 5029200 w 5029200"/>
              <a:gd name="connsiteY9" fmla="*/ 18288 h 18288"/>
              <a:gd name="connsiteX10" fmla="*/ 4501134 w 5029200"/>
              <a:gd name="connsiteY10" fmla="*/ 18288 h 18288"/>
              <a:gd name="connsiteX11" fmla="*/ 4023360 w 5029200"/>
              <a:gd name="connsiteY11" fmla="*/ 18288 h 18288"/>
              <a:gd name="connsiteX12" fmla="*/ 3344418 w 5029200"/>
              <a:gd name="connsiteY12" fmla="*/ 18288 h 18288"/>
              <a:gd name="connsiteX13" fmla="*/ 2816352 w 5029200"/>
              <a:gd name="connsiteY13" fmla="*/ 18288 h 18288"/>
              <a:gd name="connsiteX14" fmla="*/ 2137410 w 5029200"/>
              <a:gd name="connsiteY14" fmla="*/ 18288 h 18288"/>
              <a:gd name="connsiteX15" fmla="*/ 1408176 w 5029200"/>
              <a:gd name="connsiteY15" fmla="*/ 18288 h 18288"/>
              <a:gd name="connsiteX16" fmla="*/ 829818 w 5029200"/>
              <a:gd name="connsiteY16" fmla="*/ 18288 h 18288"/>
              <a:gd name="connsiteX17" fmla="*/ 0 w 5029200"/>
              <a:gd name="connsiteY17" fmla="*/ 18288 h 18288"/>
              <a:gd name="connsiteX18" fmla="*/ 0 w 5029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29200" h="18288" fill="none" extrusionOk="0">
                <a:moveTo>
                  <a:pt x="0" y="0"/>
                </a:moveTo>
                <a:cubicBezTo>
                  <a:pt x="142937" y="1696"/>
                  <a:pt x="371859" y="12840"/>
                  <a:pt x="528066" y="0"/>
                </a:cubicBezTo>
                <a:cubicBezTo>
                  <a:pt x="684273" y="-12840"/>
                  <a:pt x="928949" y="-5725"/>
                  <a:pt x="1207008" y="0"/>
                </a:cubicBezTo>
                <a:cubicBezTo>
                  <a:pt x="1485067" y="5725"/>
                  <a:pt x="1562886" y="-21331"/>
                  <a:pt x="1785366" y="0"/>
                </a:cubicBezTo>
                <a:cubicBezTo>
                  <a:pt x="2007846" y="21331"/>
                  <a:pt x="2056226" y="25221"/>
                  <a:pt x="2313432" y="0"/>
                </a:cubicBezTo>
                <a:cubicBezTo>
                  <a:pt x="2570638" y="-25221"/>
                  <a:pt x="2732455" y="16294"/>
                  <a:pt x="2992374" y="0"/>
                </a:cubicBezTo>
                <a:cubicBezTo>
                  <a:pt x="3252293" y="-16294"/>
                  <a:pt x="3319267" y="-29774"/>
                  <a:pt x="3621024" y="0"/>
                </a:cubicBezTo>
                <a:cubicBezTo>
                  <a:pt x="3922781" y="29774"/>
                  <a:pt x="3998107" y="-1004"/>
                  <a:pt x="4249674" y="0"/>
                </a:cubicBezTo>
                <a:cubicBezTo>
                  <a:pt x="4501241" y="1004"/>
                  <a:pt x="4792523" y="-4510"/>
                  <a:pt x="5029200" y="0"/>
                </a:cubicBezTo>
                <a:cubicBezTo>
                  <a:pt x="5029730" y="6954"/>
                  <a:pt x="5029934" y="12839"/>
                  <a:pt x="5029200" y="18288"/>
                </a:cubicBezTo>
                <a:cubicBezTo>
                  <a:pt x="4805432" y="23154"/>
                  <a:pt x="4715801" y="17034"/>
                  <a:pt x="4501134" y="18288"/>
                </a:cubicBezTo>
                <a:cubicBezTo>
                  <a:pt x="4286467" y="19542"/>
                  <a:pt x="4193719" y="41701"/>
                  <a:pt x="4023360" y="18288"/>
                </a:cubicBezTo>
                <a:cubicBezTo>
                  <a:pt x="3853001" y="-5125"/>
                  <a:pt x="3676466" y="16909"/>
                  <a:pt x="3344418" y="18288"/>
                </a:cubicBezTo>
                <a:cubicBezTo>
                  <a:pt x="3012370" y="19667"/>
                  <a:pt x="2945824" y="14410"/>
                  <a:pt x="2816352" y="18288"/>
                </a:cubicBezTo>
                <a:cubicBezTo>
                  <a:pt x="2686880" y="22166"/>
                  <a:pt x="2438351" y="13507"/>
                  <a:pt x="2137410" y="18288"/>
                </a:cubicBezTo>
                <a:cubicBezTo>
                  <a:pt x="1836469" y="23069"/>
                  <a:pt x="1581391" y="46111"/>
                  <a:pt x="1408176" y="18288"/>
                </a:cubicBezTo>
                <a:cubicBezTo>
                  <a:pt x="1234961" y="-9535"/>
                  <a:pt x="1040489" y="-7495"/>
                  <a:pt x="829818" y="18288"/>
                </a:cubicBezTo>
                <a:cubicBezTo>
                  <a:pt x="619147" y="44071"/>
                  <a:pt x="238626" y="3756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029200" h="18288" stroke="0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907099" y="-19195"/>
                  <a:pt x="1056132" y="0"/>
                </a:cubicBezTo>
                <a:cubicBezTo>
                  <a:pt x="1205165" y="19195"/>
                  <a:pt x="1612834" y="-24928"/>
                  <a:pt x="1785366" y="0"/>
                </a:cubicBezTo>
                <a:cubicBezTo>
                  <a:pt x="1957898" y="24928"/>
                  <a:pt x="2149044" y="19108"/>
                  <a:pt x="2363724" y="0"/>
                </a:cubicBezTo>
                <a:cubicBezTo>
                  <a:pt x="2578404" y="-19108"/>
                  <a:pt x="2759981" y="-21788"/>
                  <a:pt x="2942082" y="0"/>
                </a:cubicBezTo>
                <a:cubicBezTo>
                  <a:pt x="3124183" y="21788"/>
                  <a:pt x="3482217" y="8836"/>
                  <a:pt x="3671316" y="0"/>
                </a:cubicBezTo>
                <a:cubicBezTo>
                  <a:pt x="3860415" y="-8836"/>
                  <a:pt x="4058665" y="-25048"/>
                  <a:pt x="4199382" y="0"/>
                </a:cubicBezTo>
                <a:cubicBezTo>
                  <a:pt x="4340099" y="25048"/>
                  <a:pt x="4735096" y="-22088"/>
                  <a:pt x="5029200" y="0"/>
                </a:cubicBezTo>
                <a:cubicBezTo>
                  <a:pt x="5028517" y="5414"/>
                  <a:pt x="5028480" y="12510"/>
                  <a:pt x="5029200" y="18288"/>
                </a:cubicBezTo>
                <a:cubicBezTo>
                  <a:pt x="4891577" y="31493"/>
                  <a:pt x="4684146" y="-2509"/>
                  <a:pt x="4501134" y="18288"/>
                </a:cubicBezTo>
                <a:cubicBezTo>
                  <a:pt x="4318122" y="39085"/>
                  <a:pt x="4030703" y="3672"/>
                  <a:pt x="3872484" y="18288"/>
                </a:cubicBezTo>
                <a:cubicBezTo>
                  <a:pt x="3714265" y="32905"/>
                  <a:pt x="3546134" y="7501"/>
                  <a:pt x="3294126" y="18288"/>
                </a:cubicBezTo>
                <a:cubicBezTo>
                  <a:pt x="3042118" y="29075"/>
                  <a:pt x="2912116" y="11153"/>
                  <a:pt x="2564892" y="18288"/>
                </a:cubicBezTo>
                <a:cubicBezTo>
                  <a:pt x="2217668" y="25423"/>
                  <a:pt x="2095118" y="11659"/>
                  <a:pt x="1835658" y="18288"/>
                </a:cubicBezTo>
                <a:cubicBezTo>
                  <a:pt x="1576198" y="24917"/>
                  <a:pt x="1500897" y="19889"/>
                  <a:pt x="1307592" y="18288"/>
                </a:cubicBezTo>
                <a:cubicBezTo>
                  <a:pt x="1114287" y="16687"/>
                  <a:pt x="961527" y="47453"/>
                  <a:pt x="678942" y="18288"/>
                </a:cubicBezTo>
                <a:cubicBezTo>
                  <a:pt x="396357" y="-10877"/>
                  <a:pt x="271066" y="23005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BCC178-4E03-1EC3-ADD1-3561D50B80EB}"/>
              </a:ext>
            </a:extLst>
          </p:cNvPr>
          <p:cNvSpPr txBox="1"/>
          <p:nvPr/>
        </p:nvSpPr>
        <p:spPr>
          <a:xfrm>
            <a:off x="5759354" y="2798064"/>
            <a:ext cx="5461095" cy="34176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b="1" dirty="0">
                <a:solidFill>
                  <a:srgbClr val="FFFFFF"/>
                </a:solidFill>
              </a:rPr>
              <a:t>How a RAG Engine Does It: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b="1" dirty="0">
              <a:solidFill>
                <a:srgbClr val="FFFFFF"/>
              </a:solidFill>
            </a:endParaRP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Embedding Documents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Storing Vectors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Embedding User Queries</a:t>
            </a: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FFFFFF"/>
              </a:solidFill>
            </a:endParaRPr>
          </a:p>
          <a:p>
            <a:pPr marL="5715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FFFF"/>
                </a:solidFill>
              </a:rPr>
              <a:t>Retrieving Relevant Chunks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D3575-2182-61D4-0239-66A3E324A626}"/>
              </a:ext>
            </a:extLst>
          </p:cNvPr>
          <p:cNvSpPr>
            <a:spLocks noGrp="1"/>
          </p:cNvSpPr>
          <p:nvPr>
            <p:ph type="sldNum" idx="21"/>
          </p:nvPr>
        </p:nvSpPr>
        <p:spPr>
          <a:xfrm>
            <a:off x="10058400" y="6356350"/>
            <a:ext cx="1295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0">
              <a:spcAft>
                <a:spcPts val="600"/>
              </a:spcAft>
              <a:buNone/>
              <a:tabLst>
                <a:tab pos="0" algn="l"/>
              </a:tabLst>
            </a:pPr>
            <a:fld id="{7F53FF0E-BD86-4CCC-947D-62123C7BEE4A}" type="slidenum">
              <a:rPr lang="en-US" b="0" u="none" strike="noStrike">
                <a:solidFill>
                  <a:srgbClr val="FFFFFF"/>
                </a:solidFill>
                <a:effectLst/>
                <a:uFillTx/>
                <a:latin typeface="+mn-lt"/>
              </a:rPr>
              <a:pPr indent="0">
                <a:spcAft>
                  <a:spcPts val="600"/>
                </a:spcAft>
                <a:buNone/>
                <a:tabLst>
                  <a:tab pos="0" algn="l"/>
                </a:tabLst>
              </a:pPr>
              <a:t>17</a:t>
            </a:fld>
            <a:endParaRPr lang="en-US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00042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onnsiteX0" fmla="*/ 0 w 5649003"/>
              <a:gd name="connsiteY0" fmla="*/ 5325836 h 10651671"/>
              <a:gd name="connsiteX1" fmla="*/ 2824502 w 5649003"/>
              <a:gd name="connsiteY1" fmla="*/ 0 h 10651671"/>
              <a:gd name="connsiteX2" fmla="*/ 5649004 w 5649003"/>
              <a:gd name="connsiteY2" fmla="*/ 5325836 h 10651671"/>
              <a:gd name="connsiteX3" fmla="*/ 2824502 w 5649003"/>
              <a:gd name="connsiteY3" fmla="*/ 10651672 h 10651671"/>
              <a:gd name="connsiteX4" fmla="*/ 0 w 5649003"/>
              <a:gd name="connsiteY4" fmla="*/ 5325836 h 1065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B3024C-1EBF-F6E8-2DEB-F67127AC9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544" y="1911096"/>
            <a:ext cx="8055864" cy="20766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Application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2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0">
              <a:spcAft>
                <a:spcPts val="600"/>
              </a:spcAft>
              <a:buNone/>
              <a:tabLst>
                <a:tab pos="0" algn="l"/>
              </a:tabLst>
            </a:pPr>
            <a:fld id="{7F53FF0E-BD86-4CCC-947D-62123C7BEE4A}" type="slidenum">
              <a:rPr lang="en-US" b="0" u="none" strike="noStrike" smtClean="0">
                <a:solidFill>
                  <a:schemeClr val="tx1">
                    <a:tint val="75000"/>
                  </a:schemeClr>
                </a:solidFill>
                <a:effectLst/>
                <a:uFillTx/>
                <a:latin typeface="+mn-lt"/>
              </a:rPr>
              <a:pPr indent="0">
                <a:spcAft>
                  <a:spcPts val="600"/>
                </a:spcAft>
                <a:buNone/>
                <a:tabLst>
                  <a:tab pos="0" algn="l"/>
                </a:tabLst>
              </a:pPr>
              <a:t>18</a:t>
            </a:fld>
            <a:endParaRPr lang="en-US" b="0" u="none" strike="noStrike">
              <a:solidFill>
                <a:schemeClr val="tx1">
                  <a:tint val="75000"/>
                </a:schemeClr>
              </a:solidFill>
              <a:effectLst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7158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Home Screen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923" y="2633472"/>
            <a:ext cx="10471105" cy="358635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idx="2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0">
              <a:spcAft>
                <a:spcPts val="600"/>
              </a:spcAft>
              <a:buNone/>
              <a:tabLst>
                <a:tab pos="0" algn="l"/>
              </a:tabLst>
            </a:pPr>
            <a:fld id="{7F53FF0E-BD86-4CCC-947D-62123C7BEE4A}" type="slidenum">
              <a:rPr lang="en-US" b="0" u="none" strike="noStrike" smtClean="0">
                <a:solidFill>
                  <a:schemeClr val="tx1">
                    <a:tint val="75000"/>
                  </a:schemeClr>
                </a:solidFill>
                <a:effectLst/>
                <a:uFillTx/>
                <a:latin typeface="+mn-lt"/>
              </a:rPr>
              <a:pPr indent="0">
                <a:spcAft>
                  <a:spcPts val="600"/>
                </a:spcAft>
                <a:buNone/>
                <a:tabLst>
                  <a:tab pos="0" algn="l"/>
                </a:tabLst>
              </a:pPr>
              <a:t>19</a:t>
            </a:fld>
            <a:endParaRPr lang="en-US" b="0" u="none" strike="noStrike">
              <a:solidFill>
                <a:schemeClr val="tx1">
                  <a:tint val="75000"/>
                </a:schemeClr>
              </a:solidFill>
              <a:effectLst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18870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882" y="2554490"/>
            <a:ext cx="2861297" cy="16582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kern="1200" dirty="0">
                <a:latin typeface="+mj-lt"/>
                <a:ea typeface="+mj-ea"/>
                <a:cs typeface="+mj-cs"/>
              </a:rPr>
              <a:t>Example Prompt</a:t>
            </a:r>
            <a:endParaRPr lang="en-US" sz="4400" kern="1200" dirty="0">
              <a:latin typeface="+mj-lt"/>
            </a:endParaRP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946" y="1341342"/>
            <a:ext cx="8388507" cy="417877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idx="2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0">
              <a:spcAft>
                <a:spcPts val="600"/>
              </a:spcAft>
              <a:buNone/>
              <a:tabLst>
                <a:tab pos="0" algn="l"/>
              </a:tabLst>
            </a:pPr>
            <a:fld id="{7F53FF0E-BD86-4CCC-947D-62123C7BEE4A}" type="slidenum">
              <a:rPr lang="en-US" b="0" u="none" strike="noStrike" smtClean="0">
                <a:solidFill>
                  <a:schemeClr val="tx1">
                    <a:tint val="75000"/>
                  </a:schemeClr>
                </a:solidFill>
                <a:effectLst/>
                <a:uFillTx/>
                <a:latin typeface="+mn-lt"/>
              </a:rPr>
              <a:pPr indent="0">
                <a:spcAft>
                  <a:spcPts val="600"/>
                </a:spcAft>
                <a:buNone/>
                <a:tabLst>
                  <a:tab pos="0" algn="l"/>
                </a:tabLst>
              </a:pPr>
              <a:t>20</a:t>
            </a:fld>
            <a:endParaRPr lang="en-US" b="0" u="none" strike="noStrike">
              <a:solidFill>
                <a:schemeClr val="tx1">
                  <a:tint val="75000"/>
                </a:schemeClr>
              </a:solidFill>
              <a:effectLst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34607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90" y="914400"/>
            <a:ext cx="9555419" cy="496881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idx="2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0">
              <a:spcAft>
                <a:spcPts val="600"/>
              </a:spcAft>
              <a:buNone/>
              <a:tabLst>
                <a:tab pos="0" algn="l"/>
              </a:tabLst>
            </a:pPr>
            <a:fld id="{7F53FF0E-BD86-4CCC-947D-62123C7BEE4A}" type="slidenum">
              <a:rPr lang="en-US" b="0" u="none" strike="noStrike" smtClean="0">
                <a:solidFill>
                  <a:schemeClr val="tx1">
                    <a:tint val="75000"/>
                  </a:schemeClr>
                </a:solidFill>
                <a:effectLst/>
                <a:uFillTx/>
                <a:latin typeface="+mn-lt"/>
              </a:rPr>
              <a:pPr indent="0">
                <a:spcAft>
                  <a:spcPts val="600"/>
                </a:spcAft>
                <a:buNone/>
                <a:tabLst>
                  <a:tab pos="0" algn="l"/>
                </a:tabLst>
              </a:pPr>
              <a:t>21</a:t>
            </a:fld>
            <a:endParaRPr lang="en-US" b="0" u="none" strike="noStrike">
              <a:solidFill>
                <a:schemeClr val="tx1">
                  <a:tint val="75000"/>
                </a:schemeClr>
              </a:solidFill>
              <a:effectLst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9471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Page 2: Insights Canvas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100" y="2633472"/>
            <a:ext cx="8104752" cy="358635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idx="2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0">
              <a:spcAft>
                <a:spcPts val="600"/>
              </a:spcAft>
              <a:buNone/>
              <a:tabLst>
                <a:tab pos="0" algn="l"/>
              </a:tabLst>
            </a:pPr>
            <a:fld id="{7F53FF0E-BD86-4CCC-947D-62123C7BEE4A}" type="slidenum">
              <a:rPr lang="en-US" b="0" u="none" strike="noStrike" smtClean="0">
                <a:solidFill>
                  <a:schemeClr val="tx1">
                    <a:tint val="75000"/>
                  </a:schemeClr>
                </a:solidFill>
                <a:effectLst/>
                <a:uFillTx/>
                <a:latin typeface="+mn-lt"/>
              </a:rPr>
              <a:pPr indent="0">
                <a:spcAft>
                  <a:spcPts val="600"/>
                </a:spcAft>
                <a:buNone/>
                <a:tabLst>
                  <a:tab pos="0" algn="l"/>
                </a:tabLst>
              </a:pPr>
              <a:t>22</a:t>
            </a:fld>
            <a:endParaRPr lang="en-US" b="0" u="none" strike="noStrike">
              <a:solidFill>
                <a:schemeClr val="tx1">
                  <a:tint val="75000"/>
                </a:schemeClr>
              </a:solidFill>
              <a:effectLst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2626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882" y="3141436"/>
            <a:ext cx="2984865" cy="10712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latin typeface="+mj-lt"/>
                <a:ea typeface="+mj-ea"/>
                <a:cs typeface="+mj-cs"/>
              </a:rPr>
              <a:t>Output</a:t>
            </a:r>
            <a:endParaRPr lang="en-US" sz="5400" kern="1200" dirty="0">
              <a:latin typeface="+mj-lt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648" y="898234"/>
            <a:ext cx="8512075" cy="506499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idx="2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0">
              <a:spcAft>
                <a:spcPts val="600"/>
              </a:spcAft>
              <a:buNone/>
              <a:tabLst>
                <a:tab pos="0" algn="l"/>
              </a:tabLst>
            </a:pPr>
            <a:fld id="{7F53FF0E-BD86-4CCC-947D-62123C7BEE4A}" type="slidenum">
              <a:rPr lang="en-US" b="0" u="none" strike="noStrike" smtClean="0">
                <a:solidFill>
                  <a:schemeClr val="tx1">
                    <a:tint val="75000"/>
                  </a:schemeClr>
                </a:solidFill>
                <a:effectLst/>
                <a:uFillTx/>
                <a:latin typeface="+mn-lt"/>
              </a:rPr>
              <a:pPr indent="0">
                <a:spcAft>
                  <a:spcPts val="600"/>
                </a:spcAft>
                <a:buNone/>
                <a:tabLst>
                  <a:tab pos="0" algn="l"/>
                </a:tabLst>
              </a:pPr>
              <a:t>23</a:t>
            </a:fld>
            <a:endParaRPr lang="en-US" b="0" u="none" strike="noStrike">
              <a:solidFill>
                <a:schemeClr val="tx1">
                  <a:tint val="75000"/>
                </a:schemeClr>
              </a:solidFill>
              <a:effectLst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3103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B3024C-1EBF-F6E8-2DEB-F67127AC9308}"/>
              </a:ext>
            </a:extLst>
          </p:cNvPr>
          <p:cNvSpPr txBox="1">
            <a:spLocks/>
          </p:cNvSpPr>
          <p:nvPr/>
        </p:nvSpPr>
        <p:spPr>
          <a:xfrm>
            <a:off x="638882" y="639193"/>
            <a:ext cx="4859327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Challenges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Warning">
            <a:extLst>
              <a:ext uri="{FF2B5EF4-FFF2-40B4-BE49-F238E27FC236}">
                <a16:creationId xmlns:a16="http://schemas.microsoft.com/office/drawing/2014/main" id="{107EE26A-1F2F-FE91-E769-9BB49945D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0" y="640080"/>
            <a:ext cx="5550408" cy="555040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idx="2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0">
              <a:spcAft>
                <a:spcPts val="600"/>
              </a:spcAft>
              <a:buNone/>
              <a:tabLst>
                <a:tab pos="0" algn="l"/>
              </a:tabLst>
            </a:pPr>
            <a:fld id="{7F53FF0E-BD86-4CCC-947D-62123C7BEE4A}" type="slidenum">
              <a:rPr lang="en-US" b="0" u="none" strike="noStrike" smtClean="0">
                <a:solidFill>
                  <a:schemeClr val="tx1">
                    <a:tint val="75000"/>
                  </a:schemeClr>
                </a:solidFill>
                <a:effectLst/>
                <a:uFillTx/>
                <a:latin typeface="+mn-lt"/>
              </a:rPr>
              <a:pPr indent="0">
                <a:spcAft>
                  <a:spcPts val="600"/>
                </a:spcAft>
                <a:buNone/>
                <a:tabLst>
                  <a:tab pos="0" algn="l"/>
                </a:tabLst>
              </a:pPr>
              <a:t>24</a:t>
            </a:fld>
            <a:endParaRPr lang="en-US" b="0" u="none" strike="noStrike">
              <a:solidFill>
                <a:schemeClr val="tx1">
                  <a:tint val="75000"/>
                </a:schemeClr>
              </a:solidFill>
              <a:effectLst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9014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2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0">
              <a:spcAft>
                <a:spcPts val="600"/>
              </a:spcAft>
              <a:buNone/>
              <a:tabLst>
                <a:tab pos="0" algn="l"/>
              </a:tabLst>
            </a:pPr>
            <a:fld id="{7F53FF0E-BD86-4CCC-947D-62123C7BEE4A}" type="slidenum">
              <a:rPr lang="en-US" b="0" u="none" strike="noStrike" smtClean="0">
                <a:solidFill>
                  <a:schemeClr val="tx1">
                    <a:tint val="75000"/>
                  </a:schemeClr>
                </a:solidFill>
                <a:effectLst/>
                <a:uFillTx/>
                <a:latin typeface="+mn-lt"/>
              </a:rPr>
              <a:pPr indent="0">
                <a:spcAft>
                  <a:spcPts val="600"/>
                </a:spcAft>
                <a:buNone/>
                <a:tabLst>
                  <a:tab pos="0" algn="l"/>
                </a:tabLst>
              </a:pPr>
              <a:t>25</a:t>
            </a:fld>
            <a:endParaRPr lang="en-US" b="0" u="none" strike="noStrike">
              <a:solidFill>
                <a:schemeClr val="tx1">
                  <a:tint val="75000"/>
                </a:schemeClr>
              </a:solidFill>
              <a:effectLst/>
              <a:uFillTx/>
              <a:latin typeface="+mn-lt"/>
            </a:endParaRPr>
          </a:p>
        </p:txBody>
      </p:sp>
      <p:graphicFrame>
        <p:nvGraphicFramePr>
          <p:cNvPr id="10" name="Text Placeholder 2">
            <a:extLst>
              <a:ext uri="{FF2B5EF4-FFF2-40B4-BE49-F238E27FC236}">
                <a16:creationId xmlns:a16="http://schemas.microsoft.com/office/drawing/2014/main" id="{82B75A07-F9F3-F9D7-78E0-043F1D0891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6510844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7621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B3024C-1EBF-F6E8-2DEB-F67127AC9308}"/>
              </a:ext>
            </a:extLst>
          </p:cNvPr>
          <p:cNvSpPr txBox="1">
            <a:spLocks/>
          </p:cNvSpPr>
          <p:nvPr/>
        </p:nvSpPr>
        <p:spPr>
          <a:xfrm>
            <a:off x="638882" y="639193"/>
            <a:ext cx="4859327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2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0">
              <a:spcAft>
                <a:spcPts val="600"/>
              </a:spcAft>
              <a:buNone/>
              <a:tabLst>
                <a:tab pos="0" algn="l"/>
              </a:tabLst>
            </a:pPr>
            <a:fld id="{7F53FF0E-BD86-4CCC-947D-62123C7BEE4A}" type="slidenum">
              <a:rPr lang="en-US" b="0" u="none" strike="noStrike" smtClean="0">
                <a:solidFill>
                  <a:schemeClr val="tx1">
                    <a:tint val="75000"/>
                  </a:schemeClr>
                </a:solidFill>
                <a:effectLst/>
                <a:uFillTx/>
                <a:latin typeface="+mn-lt"/>
              </a:rPr>
              <a:pPr indent="0">
                <a:spcAft>
                  <a:spcPts val="600"/>
                </a:spcAft>
                <a:buNone/>
                <a:tabLst>
                  <a:tab pos="0" algn="l"/>
                </a:tabLst>
              </a:pPr>
              <a:t>26</a:t>
            </a:fld>
            <a:endParaRPr lang="en-US" b="0" u="none" strike="noStrike">
              <a:solidFill>
                <a:schemeClr val="tx1">
                  <a:tint val="75000"/>
                </a:schemeClr>
              </a:solidFill>
              <a:effectLst/>
              <a:uFillTx/>
              <a:latin typeface="+mn-lt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B3024C-1EBF-F6E8-2DEB-F67127AC9308}"/>
              </a:ext>
            </a:extLst>
          </p:cNvPr>
          <p:cNvSpPr txBox="1">
            <a:spLocks/>
          </p:cNvSpPr>
          <p:nvPr/>
        </p:nvSpPr>
        <p:spPr>
          <a:xfrm>
            <a:off x="6595316" y="639193"/>
            <a:ext cx="4859327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Q&amp;A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6096000" y="327259"/>
            <a:ext cx="0" cy="5881036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36334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1498</TotalTime>
  <Words>598</Words>
  <Application>Microsoft Office PowerPoint</Application>
  <PresentationFormat>Widescreen</PresentationFormat>
  <Paragraphs>129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Neue Haas Grotesk Text Pro</vt:lpstr>
      <vt:lpstr>Symbol</vt:lpstr>
      <vt:lpstr>Times New Roman</vt:lpstr>
      <vt:lpstr>Wingdings</vt:lpstr>
      <vt:lpstr>VanillaVTI</vt:lpstr>
      <vt:lpstr>Dr. Weather</vt:lpstr>
      <vt:lpstr>Index</vt:lpstr>
      <vt:lpstr>Introduction</vt:lpstr>
      <vt:lpstr>What is Meteorology</vt:lpstr>
      <vt:lpstr>Dr. Weather –   Expert AI Meteorologist</vt:lpstr>
      <vt:lpstr>What is Dr. Weather?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EDA and local storage layout</vt:lpstr>
      <vt:lpstr>RAG Pipeline</vt:lpstr>
      <vt:lpstr>PowerPoint Presentation</vt:lpstr>
      <vt:lpstr>PowerPoint Presentation</vt:lpstr>
      <vt:lpstr>Application</vt:lpstr>
      <vt:lpstr>Home Screen</vt:lpstr>
      <vt:lpstr>Example Prompt</vt:lpstr>
      <vt:lpstr>PowerPoint Presentation</vt:lpstr>
      <vt:lpstr>Page 2: Insights Canvas</vt:lpstr>
      <vt:lpstr>Output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Meteorology</dc:title>
  <dc:subject/>
  <dc:creator>Samuel</dc:creator>
  <dc:description/>
  <cp:lastModifiedBy>Boini, Anil Kumar</cp:lastModifiedBy>
  <cp:revision>407</cp:revision>
  <dcterms:created xsi:type="dcterms:W3CDTF">2025-05-05T17:18:45Z</dcterms:created>
  <dcterms:modified xsi:type="dcterms:W3CDTF">2025-05-11T21:34:50Z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10</vt:i4>
  </property>
</Properties>
</file>